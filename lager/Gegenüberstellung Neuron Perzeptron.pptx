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9" r:id="rId5"/>
    <p:sldId id="262" r:id="rId6"/>
    <p:sldId id="263" r:id="rId7"/>
    <p:sldId id="261" r:id="rId8"/>
    <p:sldId id="264" r:id="rId9"/>
    <p:sldId id="265" r:id="rId10"/>
    <p:sldId id="260" r:id="rId11"/>
    <p:sldId id="257" r:id="rId12"/>
    <p:sldId id="271" r:id="rId13"/>
    <p:sldId id="272" r:id="rId14"/>
    <p:sldId id="270" r:id="rId15"/>
    <p:sldId id="273" r:id="rId16"/>
    <p:sldId id="274" r:id="rId17"/>
    <p:sldId id="267" r:id="rId18"/>
    <p:sldId id="275" r:id="rId19"/>
    <p:sldId id="276" r:id="rId20"/>
    <p:sldId id="266" r:id="rId21"/>
    <p:sldId id="258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25"/>
    <a:srgbClr val="D3CA0F"/>
    <a:srgbClr val="E1B8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44888-2190-04C2-9E7D-9D5465D57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CCFAF6-39E9-938A-77DE-36C9DFA24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7181FC-41CF-90CC-84D9-FA30217D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D39AD1-AED9-CAAB-6D53-55E7276E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1AEA48-0BAA-96F4-BB39-525F0A4D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58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A32F0-6EB5-180E-AA83-20C9BE8F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7869FF-E176-B5FA-7BE8-9B83B2BA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C7496D-4094-E13D-06D5-BBA6C895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CC960F-7948-655B-099F-27AF2913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57B9E5-93B7-C35F-37CA-BEB35D51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45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78C293-F08D-8DE0-9BA5-E01E83D1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E1EE57-D8EF-0028-3548-B47531490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132838-C517-662D-8FFE-562AD2CE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D0FC3D-2A1C-EC59-A0EE-DD44C15F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D7A810-93F9-8751-1207-A9FDE032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095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596CA-82E6-978A-3A06-F0E56595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A0E8FA-E153-6DF8-9BB5-7726876B7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9451F5-C235-C1CB-625B-07F02965F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F56301-011E-945A-5C59-CED51638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869DCD-4E94-0140-EE1A-B6BE790E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51FBB8-3004-C5A3-18EA-41A1451D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80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1774C-DE19-234C-CBAD-FAC1812D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28611-CE9C-4FAE-C17D-1F6D51FF5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BE4C13-F465-3D7D-E165-83580B6FA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B3794D-4857-2296-3E2E-A37D76BB3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550588-88F4-7C7D-1D09-6CBFE7BC7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97C1A5-0875-129A-2381-70019B78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BB0C71-53B1-8D44-DD5B-98B2B685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C44C7D-F6A9-38C4-20C8-3690CA5B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93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B80B2-E714-E8D8-BE42-B44DE96E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5B6B23-BC23-74B6-36A4-F20AEFB1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F2B6B7-E7C6-4626-D0A6-5FFF9CF5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57C203-843C-8A2A-75A1-2DCAE339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07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CF4B7A-3E65-8CEF-3774-06BE2BC4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2B6FBB-132C-BA1E-FB88-8E4FC48A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BFA503-C361-7503-83E2-52AB19E5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90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DFA68-D5CA-FD42-B385-0AD32867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51BF62-9137-1F36-CFAA-C7D3E79F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4BC742-5748-56D8-E401-A8E80A586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FE78D0-46F7-8E9B-2155-FDB25D60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7B81AD-4E5B-C46F-FF36-8DEFF09B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6F0AD9-1A69-18BB-9B74-E241ADE5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11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E5317-7918-9FBB-1D1E-B5074D5D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71E678-0C16-AA41-F1A3-9C493EA57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119B77-B105-AA67-EB6C-3BF208BF1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EE63D8-4D9D-49AD-6C0F-A2FC96EC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43F932-859C-7CBC-0D57-C836C304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89B9B0-5C41-C59E-1338-FB4AEFAF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21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1743A-2BCD-3F24-26C8-46750C93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A63AB0-99CC-2226-E173-13F2899A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5781C6-0B8D-F047-CB91-7199C1B5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956EA-F44F-3CCA-FC6B-C47DDD26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1A720-93BB-6A48-216E-B1A0B041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37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425BF2-7FE8-6431-FB40-203E41A7F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DF0E86-E830-4F0E-97F0-5DECF7FC4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458250-FA24-6C6B-AD52-6FE33704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50991-B6C2-77A5-A127-53023689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C2BA90-4915-F98B-0577-78E1D33D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89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88244AA-3BEA-2C12-6AEF-3634A2AD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510495-28BA-ACA9-4E72-D0F975E2F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22FFC-BCCC-09C6-7D81-6C6DA2708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F8E06-4D34-4441-88CB-02B0188A6BE8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DA72B-0DE4-1CE1-1E2D-A57144C8F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64598E-E424-3C30-CB3B-A0503E836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0F860-BBF2-4EF8-BA80-5D44F83388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32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01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49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47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rgbClr val="EEF3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79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29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rgbClr val="D3CA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77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rgbClr val="D3CA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rgbClr val="EEF3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94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rgbClr val="D3CA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rgbClr val="EEF3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F3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46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rgbClr val="D3CA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rgbClr val="E1B8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highlight>
                    <a:srgbClr val="D3CA0F"/>
                  </a:highlight>
                </a:endParaRPr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42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4380F88-0CF4-40A3-0AAC-FAEFF4543335}"/>
              </a:ext>
            </a:extLst>
          </p:cNvPr>
          <p:cNvGrpSpPr/>
          <p:nvPr/>
        </p:nvGrpSpPr>
        <p:grpSpPr>
          <a:xfrm>
            <a:off x="2811626" y="793412"/>
            <a:ext cx="7363506" cy="4228802"/>
            <a:chOff x="2276605" y="744774"/>
            <a:chExt cx="7363506" cy="4228802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98FE982-6875-BE69-6CCE-712DCC53F18B}"/>
                </a:ext>
              </a:extLst>
            </p:cNvPr>
            <p:cNvGrpSpPr/>
            <p:nvPr/>
          </p:nvGrpSpPr>
          <p:grpSpPr>
            <a:xfrm>
              <a:off x="2276605" y="1531681"/>
              <a:ext cx="7363506" cy="3441895"/>
              <a:chOff x="4056766" y="2547504"/>
              <a:chExt cx="3816744" cy="1784046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F8248A0-742F-77DE-B37F-E3BE5F696D25}"/>
                  </a:ext>
                </a:extLst>
              </p:cNvPr>
              <p:cNvSpPr/>
              <p:nvPr/>
            </p:nvSpPr>
            <p:spPr>
              <a:xfrm>
                <a:off x="5233593" y="2992901"/>
                <a:ext cx="933743" cy="87219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9A03CFE4-946B-9A98-69B5-14E0A5E7A209}"/>
                  </a:ext>
                </a:extLst>
              </p:cNvPr>
              <p:cNvSpPr/>
              <p:nvPr/>
            </p:nvSpPr>
            <p:spPr>
              <a:xfrm rot="21229488">
                <a:off x="4056766" y="2547504"/>
                <a:ext cx="1395484" cy="755136"/>
              </a:xfrm>
              <a:custGeom>
                <a:avLst/>
                <a:gdLst>
                  <a:gd name="connsiteX0" fmla="*/ 1183944 w 1395484"/>
                  <a:gd name="connsiteY0" fmla="*/ 755136 h 755136"/>
                  <a:gd name="connsiteX1" fmla="*/ 1183944 w 1395484"/>
                  <a:gd name="connsiteY1" fmla="*/ 755136 h 755136"/>
                  <a:gd name="connsiteX2" fmla="*/ 1180532 w 1395484"/>
                  <a:gd name="connsiteY2" fmla="*/ 690309 h 755136"/>
                  <a:gd name="connsiteX3" fmla="*/ 1166884 w 1395484"/>
                  <a:gd name="connsiteY3" fmla="*/ 659601 h 755136"/>
                  <a:gd name="connsiteX4" fmla="*/ 1146412 w 1395484"/>
                  <a:gd name="connsiteY4" fmla="*/ 622070 h 755136"/>
                  <a:gd name="connsiteX5" fmla="*/ 1139588 w 1395484"/>
                  <a:gd name="connsiteY5" fmla="*/ 611834 h 755136"/>
                  <a:gd name="connsiteX6" fmla="*/ 1115705 w 1395484"/>
                  <a:gd name="connsiteY6" fmla="*/ 598187 h 755136"/>
                  <a:gd name="connsiteX7" fmla="*/ 1108881 w 1395484"/>
                  <a:gd name="connsiteY7" fmla="*/ 587951 h 755136"/>
                  <a:gd name="connsiteX8" fmla="*/ 1088409 w 1395484"/>
                  <a:gd name="connsiteY8" fmla="*/ 577715 h 755136"/>
                  <a:gd name="connsiteX9" fmla="*/ 1071349 w 1395484"/>
                  <a:gd name="connsiteY9" fmla="*/ 567479 h 755136"/>
                  <a:gd name="connsiteX10" fmla="*/ 1047466 w 1395484"/>
                  <a:gd name="connsiteY10" fmla="*/ 550419 h 755136"/>
                  <a:gd name="connsiteX11" fmla="*/ 1033818 w 1395484"/>
                  <a:gd name="connsiteY11" fmla="*/ 543596 h 755136"/>
                  <a:gd name="connsiteX12" fmla="*/ 1023582 w 1395484"/>
                  <a:gd name="connsiteY12" fmla="*/ 536772 h 755136"/>
                  <a:gd name="connsiteX13" fmla="*/ 1006523 w 1395484"/>
                  <a:gd name="connsiteY13" fmla="*/ 529948 h 755136"/>
                  <a:gd name="connsiteX14" fmla="*/ 996287 w 1395484"/>
                  <a:gd name="connsiteY14" fmla="*/ 523124 h 755136"/>
                  <a:gd name="connsiteX15" fmla="*/ 965579 w 1395484"/>
                  <a:gd name="connsiteY15" fmla="*/ 512888 h 755136"/>
                  <a:gd name="connsiteX16" fmla="*/ 928048 w 1395484"/>
                  <a:gd name="connsiteY16" fmla="*/ 506064 h 755136"/>
                  <a:gd name="connsiteX17" fmla="*/ 917812 w 1395484"/>
                  <a:gd name="connsiteY17" fmla="*/ 502652 h 755136"/>
                  <a:gd name="connsiteX18" fmla="*/ 907576 w 1395484"/>
                  <a:gd name="connsiteY18" fmla="*/ 495828 h 755136"/>
                  <a:gd name="connsiteX19" fmla="*/ 876869 w 1395484"/>
                  <a:gd name="connsiteY19" fmla="*/ 492416 h 755136"/>
                  <a:gd name="connsiteX20" fmla="*/ 825690 w 1395484"/>
                  <a:gd name="connsiteY20" fmla="*/ 485593 h 755136"/>
                  <a:gd name="connsiteX21" fmla="*/ 815454 w 1395484"/>
                  <a:gd name="connsiteY21" fmla="*/ 482181 h 755136"/>
                  <a:gd name="connsiteX22" fmla="*/ 784747 w 1395484"/>
                  <a:gd name="connsiteY22" fmla="*/ 478769 h 755136"/>
                  <a:gd name="connsiteX23" fmla="*/ 716508 w 1395484"/>
                  <a:gd name="connsiteY23" fmla="*/ 485593 h 755136"/>
                  <a:gd name="connsiteX24" fmla="*/ 696036 w 1395484"/>
                  <a:gd name="connsiteY24" fmla="*/ 516300 h 755136"/>
                  <a:gd name="connsiteX25" fmla="*/ 682388 w 1395484"/>
                  <a:gd name="connsiteY25" fmla="*/ 526536 h 755136"/>
                  <a:gd name="connsiteX26" fmla="*/ 668741 w 1395484"/>
                  <a:gd name="connsiteY26" fmla="*/ 533360 h 755136"/>
                  <a:gd name="connsiteX27" fmla="*/ 655093 w 1395484"/>
                  <a:gd name="connsiteY27" fmla="*/ 543596 h 755136"/>
                  <a:gd name="connsiteX28" fmla="*/ 641445 w 1395484"/>
                  <a:gd name="connsiteY28" fmla="*/ 550419 h 755136"/>
                  <a:gd name="connsiteX29" fmla="*/ 624385 w 1395484"/>
                  <a:gd name="connsiteY29" fmla="*/ 564067 h 755136"/>
                  <a:gd name="connsiteX30" fmla="*/ 600502 w 1395484"/>
                  <a:gd name="connsiteY30" fmla="*/ 577715 h 755136"/>
                  <a:gd name="connsiteX31" fmla="*/ 573206 w 1395484"/>
                  <a:gd name="connsiteY31" fmla="*/ 598187 h 755136"/>
                  <a:gd name="connsiteX32" fmla="*/ 545911 w 1395484"/>
                  <a:gd name="connsiteY32" fmla="*/ 611834 h 755136"/>
                  <a:gd name="connsiteX33" fmla="*/ 532263 w 1395484"/>
                  <a:gd name="connsiteY33" fmla="*/ 618658 h 755136"/>
                  <a:gd name="connsiteX34" fmla="*/ 498144 w 1395484"/>
                  <a:gd name="connsiteY34" fmla="*/ 639130 h 755136"/>
                  <a:gd name="connsiteX35" fmla="*/ 487908 w 1395484"/>
                  <a:gd name="connsiteY35" fmla="*/ 645954 h 755136"/>
                  <a:gd name="connsiteX36" fmla="*/ 477672 w 1395484"/>
                  <a:gd name="connsiteY36" fmla="*/ 656190 h 755136"/>
                  <a:gd name="connsiteX37" fmla="*/ 464024 w 1395484"/>
                  <a:gd name="connsiteY37" fmla="*/ 659601 h 755136"/>
                  <a:gd name="connsiteX38" fmla="*/ 450376 w 1395484"/>
                  <a:gd name="connsiteY38" fmla="*/ 669837 h 755136"/>
                  <a:gd name="connsiteX39" fmla="*/ 440141 w 1395484"/>
                  <a:gd name="connsiteY39" fmla="*/ 673249 h 755136"/>
                  <a:gd name="connsiteX40" fmla="*/ 429905 w 1395484"/>
                  <a:gd name="connsiteY40" fmla="*/ 683485 h 755136"/>
                  <a:gd name="connsiteX41" fmla="*/ 419669 w 1395484"/>
                  <a:gd name="connsiteY41" fmla="*/ 686897 h 755136"/>
                  <a:gd name="connsiteX42" fmla="*/ 409433 w 1395484"/>
                  <a:gd name="connsiteY42" fmla="*/ 693721 h 755136"/>
                  <a:gd name="connsiteX43" fmla="*/ 412845 w 1395484"/>
                  <a:gd name="connsiteY43" fmla="*/ 683485 h 755136"/>
                  <a:gd name="connsiteX44" fmla="*/ 429905 w 1395484"/>
                  <a:gd name="connsiteY44" fmla="*/ 659601 h 755136"/>
                  <a:gd name="connsiteX45" fmla="*/ 443552 w 1395484"/>
                  <a:gd name="connsiteY45" fmla="*/ 639130 h 755136"/>
                  <a:gd name="connsiteX46" fmla="*/ 450376 w 1395484"/>
                  <a:gd name="connsiteY46" fmla="*/ 628894 h 755136"/>
                  <a:gd name="connsiteX47" fmla="*/ 457200 w 1395484"/>
                  <a:gd name="connsiteY47" fmla="*/ 615246 h 755136"/>
                  <a:gd name="connsiteX48" fmla="*/ 467436 w 1395484"/>
                  <a:gd name="connsiteY48" fmla="*/ 608422 h 755136"/>
                  <a:gd name="connsiteX49" fmla="*/ 484496 w 1395484"/>
                  <a:gd name="connsiteY49" fmla="*/ 594775 h 755136"/>
                  <a:gd name="connsiteX50" fmla="*/ 494732 w 1395484"/>
                  <a:gd name="connsiteY50" fmla="*/ 587951 h 755136"/>
                  <a:gd name="connsiteX51" fmla="*/ 508379 w 1395484"/>
                  <a:gd name="connsiteY51" fmla="*/ 577715 h 755136"/>
                  <a:gd name="connsiteX52" fmla="*/ 549323 w 1395484"/>
                  <a:gd name="connsiteY52" fmla="*/ 567479 h 755136"/>
                  <a:gd name="connsiteX53" fmla="*/ 562970 w 1395484"/>
                  <a:gd name="connsiteY53" fmla="*/ 564067 h 755136"/>
                  <a:gd name="connsiteX54" fmla="*/ 576618 w 1395484"/>
                  <a:gd name="connsiteY54" fmla="*/ 560655 h 755136"/>
                  <a:gd name="connsiteX55" fmla="*/ 580030 w 1395484"/>
                  <a:gd name="connsiteY55" fmla="*/ 550419 h 755136"/>
                  <a:gd name="connsiteX56" fmla="*/ 590266 w 1395484"/>
                  <a:gd name="connsiteY56" fmla="*/ 547007 h 755136"/>
                  <a:gd name="connsiteX57" fmla="*/ 580030 w 1395484"/>
                  <a:gd name="connsiteY57" fmla="*/ 536772 h 755136"/>
                  <a:gd name="connsiteX58" fmla="*/ 549323 w 1395484"/>
                  <a:gd name="connsiteY58" fmla="*/ 529948 h 755136"/>
                  <a:gd name="connsiteX59" fmla="*/ 528851 w 1395484"/>
                  <a:gd name="connsiteY59" fmla="*/ 526536 h 755136"/>
                  <a:gd name="connsiteX60" fmla="*/ 518615 w 1395484"/>
                  <a:gd name="connsiteY60" fmla="*/ 523124 h 755136"/>
                  <a:gd name="connsiteX61" fmla="*/ 453788 w 1395484"/>
                  <a:gd name="connsiteY61" fmla="*/ 519712 h 755136"/>
                  <a:gd name="connsiteX62" fmla="*/ 423081 w 1395484"/>
                  <a:gd name="connsiteY62" fmla="*/ 516300 h 755136"/>
                  <a:gd name="connsiteX63" fmla="*/ 382138 w 1395484"/>
                  <a:gd name="connsiteY63" fmla="*/ 509476 h 755136"/>
                  <a:gd name="connsiteX64" fmla="*/ 334370 w 1395484"/>
                  <a:gd name="connsiteY64" fmla="*/ 506064 h 755136"/>
                  <a:gd name="connsiteX65" fmla="*/ 303663 w 1395484"/>
                  <a:gd name="connsiteY65" fmla="*/ 502652 h 755136"/>
                  <a:gd name="connsiteX66" fmla="*/ 249072 w 1395484"/>
                  <a:gd name="connsiteY66" fmla="*/ 499240 h 755136"/>
                  <a:gd name="connsiteX67" fmla="*/ 208129 w 1395484"/>
                  <a:gd name="connsiteY67" fmla="*/ 492416 h 755136"/>
                  <a:gd name="connsiteX68" fmla="*/ 112594 w 1395484"/>
                  <a:gd name="connsiteY68" fmla="*/ 485593 h 755136"/>
                  <a:gd name="connsiteX69" fmla="*/ 88711 w 1395484"/>
                  <a:gd name="connsiteY69" fmla="*/ 482181 h 755136"/>
                  <a:gd name="connsiteX70" fmla="*/ 58003 w 1395484"/>
                  <a:gd name="connsiteY70" fmla="*/ 468533 h 755136"/>
                  <a:gd name="connsiteX71" fmla="*/ 44355 w 1395484"/>
                  <a:gd name="connsiteY71" fmla="*/ 461709 h 755136"/>
                  <a:gd name="connsiteX72" fmla="*/ 23884 w 1395484"/>
                  <a:gd name="connsiteY72" fmla="*/ 441237 h 755136"/>
                  <a:gd name="connsiteX73" fmla="*/ 0 w 1395484"/>
                  <a:gd name="connsiteY73" fmla="*/ 427590 h 755136"/>
                  <a:gd name="connsiteX74" fmla="*/ 85299 w 1395484"/>
                  <a:gd name="connsiteY74" fmla="*/ 424178 h 755136"/>
                  <a:gd name="connsiteX75" fmla="*/ 95535 w 1395484"/>
                  <a:gd name="connsiteY75" fmla="*/ 427590 h 755136"/>
                  <a:gd name="connsiteX76" fmla="*/ 122830 w 1395484"/>
                  <a:gd name="connsiteY76" fmla="*/ 434413 h 755136"/>
                  <a:gd name="connsiteX77" fmla="*/ 136478 w 1395484"/>
                  <a:gd name="connsiteY77" fmla="*/ 437825 h 755136"/>
                  <a:gd name="connsiteX78" fmla="*/ 269544 w 1395484"/>
                  <a:gd name="connsiteY78" fmla="*/ 448061 h 755136"/>
                  <a:gd name="connsiteX79" fmla="*/ 440141 w 1395484"/>
                  <a:gd name="connsiteY79" fmla="*/ 444649 h 755136"/>
                  <a:gd name="connsiteX80" fmla="*/ 453788 w 1395484"/>
                  <a:gd name="connsiteY80" fmla="*/ 441237 h 755136"/>
                  <a:gd name="connsiteX81" fmla="*/ 487908 w 1395484"/>
                  <a:gd name="connsiteY81" fmla="*/ 437825 h 755136"/>
                  <a:gd name="connsiteX82" fmla="*/ 525439 w 1395484"/>
                  <a:gd name="connsiteY82" fmla="*/ 431001 h 755136"/>
                  <a:gd name="connsiteX83" fmla="*/ 542499 w 1395484"/>
                  <a:gd name="connsiteY83" fmla="*/ 427590 h 755136"/>
                  <a:gd name="connsiteX84" fmla="*/ 580030 w 1395484"/>
                  <a:gd name="connsiteY84" fmla="*/ 424178 h 755136"/>
                  <a:gd name="connsiteX85" fmla="*/ 556147 w 1395484"/>
                  <a:gd name="connsiteY85" fmla="*/ 410530 h 755136"/>
                  <a:gd name="connsiteX86" fmla="*/ 542499 w 1395484"/>
                  <a:gd name="connsiteY86" fmla="*/ 407118 h 755136"/>
                  <a:gd name="connsiteX87" fmla="*/ 511791 w 1395484"/>
                  <a:gd name="connsiteY87" fmla="*/ 396882 h 755136"/>
                  <a:gd name="connsiteX88" fmla="*/ 494732 w 1395484"/>
                  <a:gd name="connsiteY88" fmla="*/ 379822 h 755136"/>
                  <a:gd name="connsiteX89" fmla="*/ 470848 w 1395484"/>
                  <a:gd name="connsiteY89" fmla="*/ 355939 h 755136"/>
                  <a:gd name="connsiteX90" fmla="*/ 460612 w 1395484"/>
                  <a:gd name="connsiteY90" fmla="*/ 342291 h 755136"/>
                  <a:gd name="connsiteX91" fmla="*/ 450376 w 1395484"/>
                  <a:gd name="connsiteY91" fmla="*/ 335467 h 755136"/>
                  <a:gd name="connsiteX92" fmla="*/ 426493 w 1395484"/>
                  <a:gd name="connsiteY92" fmla="*/ 321819 h 755136"/>
                  <a:gd name="connsiteX93" fmla="*/ 416257 w 1395484"/>
                  <a:gd name="connsiteY93" fmla="*/ 308172 h 755136"/>
                  <a:gd name="connsiteX94" fmla="*/ 406021 w 1395484"/>
                  <a:gd name="connsiteY94" fmla="*/ 297936 h 755136"/>
                  <a:gd name="connsiteX95" fmla="*/ 395785 w 1395484"/>
                  <a:gd name="connsiteY95" fmla="*/ 280876 h 755136"/>
                  <a:gd name="connsiteX96" fmla="*/ 388961 w 1395484"/>
                  <a:gd name="connsiteY96" fmla="*/ 256993 h 755136"/>
                  <a:gd name="connsiteX97" fmla="*/ 382138 w 1395484"/>
                  <a:gd name="connsiteY97" fmla="*/ 229697 h 755136"/>
                  <a:gd name="connsiteX98" fmla="*/ 354842 w 1395484"/>
                  <a:gd name="connsiteY98" fmla="*/ 202401 h 755136"/>
                  <a:gd name="connsiteX99" fmla="*/ 341194 w 1395484"/>
                  <a:gd name="connsiteY99" fmla="*/ 195578 h 755136"/>
                  <a:gd name="connsiteX100" fmla="*/ 320723 w 1395484"/>
                  <a:gd name="connsiteY100" fmla="*/ 181930 h 755136"/>
                  <a:gd name="connsiteX101" fmla="*/ 310487 w 1395484"/>
                  <a:gd name="connsiteY101" fmla="*/ 175106 h 755136"/>
                  <a:gd name="connsiteX102" fmla="*/ 300251 w 1395484"/>
                  <a:gd name="connsiteY102" fmla="*/ 171694 h 755136"/>
                  <a:gd name="connsiteX103" fmla="*/ 279779 w 1395484"/>
                  <a:gd name="connsiteY103" fmla="*/ 161458 h 755136"/>
                  <a:gd name="connsiteX104" fmla="*/ 259308 w 1395484"/>
                  <a:gd name="connsiteY104" fmla="*/ 151222 h 755136"/>
                  <a:gd name="connsiteX105" fmla="*/ 252484 w 1395484"/>
                  <a:gd name="connsiteY105" fmla="*/ 140987 h 755136"/>
                  <a:gd name="connsiteX106" fmla="*/ 262720 w 1395484"/>
                  <a:gd name="connsiteY106" fmla="*/ 137575 h 755136"/>
                  <a:gd name="connsiteX107" fmla="*/ 283191 w 1395484"/>
                  <a:gd name="connsiteY107" fmla="*/ 144399 h 755136"/>
                  <a:gd name="connsiteX108" fmla="*/ 307075 w 1395484"/>
                  <a:gd name="connsiteY108" fmla="*/ 151222 h 755136"/>
                  <a:gd name="connsiteX109" fmla="*/ 351430 w 1395484"/>
                  <a:gd name="connsiteY109" fmla="*/ 144399 h 755136"/>
                  <a:gd name="connsiteX110" fmla="*/ 348018 w 1395484"/>
                  <a:gd name="connsiteY110" fmla="*/ 127339 h 755136"/>
                  <a:gd name="connsiteX111" fmla="*/ 324135 w 1395484"/>
                  <a:gd name="connsiteY111" fmla="*/ 93219 h 755136"/>
                  <a:gd name="connsiteX112" fmla="*/ 320723 w 1395484"/>
                  <a:gd name="connsiteY112" fmla="*/ 72748 h 755136"/>
                  <a:gd name="connsiteX113" fmla="*/ 313899 w 1395484"/>
                  <a:gd name="connsiteY113" fmla="*/ 62512 h 755136"/>
                  <a:gd name="connsiteX114" fmla="*/ 310487 w 1395484"/>
                  <a:gd name="connsiteY114" fmla="*/ 52276 h 755136"/>
                  <a:gd name="connsiteX115" fmla="*/ 313899 w 1395484"/>
                  <a:gd name="connsiteY115" fmla="*/ 1097 h 755136"/>
                  <a:gd name="connsiteX116" fmla="*/ 324135 w 1395484"/>
                  <a:gd name="connsiteY116" fmla="*/ 7921 h 755136"/>
                  <a:gd name="connsiteX117" fmla="*/ 341194 w 1395484"/>
                  <a:gd name="connsiteY117" fmla="*/ 28393 h 755136"/>
                  <a:gd name="connsiteX118" fmla="*/ 354842 w 1395484"/>
                  <a:gd name="connsiteY118" fmla="*/ 52276 h 755136"/>
                  <a:gd name="connsiteX119" fmla="*/ 361666 w 1395484"/>
                  <a:gd name="connsiteY119" fmla="*/ 69336 h 755136"/>
                  <a:gd name="connsiteX120" fmla="*/ 368490 w 1395484"/>
                  <a:gd name="connsiteY120" fmla="*/ 79572 h 755136"/>
                  <a:gd name="connsiteX121" fmla="*/ 385549 w 1395484"/>
                  <a:gd name="connsiteY121" fmla="*/ 110279 h 755136"/>
                  <a:gd name="connsiteX122" fmla="*/ 392373 w 1395484"/>
                  <a:gd name="connsiteY122" fmla="*/ 137575 h 755136"/>
                  <a:gd name="connsiteX123" fmla="*/ 395785 w 1395484"/>
                  <a:gd name="connsiteY123" fmla="*/ 158046 h 755136"/>
                  <a:gd name="connsiteX124" fmla="*/ 409433 w 1395484"/>
                  <a:gd name="connsiteY124" fmla="*/ 185342 h 755136"/>
                  <a:gd name="connsiteX125" fmla="*/ 416257 w 1395484"/>
                  <a:gd name="connsiteY125" fmla="*/ 198990 h 755136"/>
                  <a:gd name="connsiteX126" fmla="*/ 433317 w 1395484"/>
                  <a:gd name="connsiteY126" fmla="*/ 222873 h 755136"/>
                  <a:gd name="connsiteX127" fmla="*/ 446964 w 1395484"/>
                  <a:gd name="connsiteY127" fmla="*/ 233109 h 755136"/>
                  <a:gd name="connsiteX128" fmla="*/ 460612 w 1395484"/>
                  <a:gd name="connsiteY128" fmla="*/ 246757 h 755136"/>
                  <a:gd name="connsiteX129" fmla="*/ 467436 w 1395484"/>
                  <a:gd name="connsiteY129" fmla="*/ 256993 h 755136"/>
                  <a:gd name="connsiteX130" fmla="*/ 481084 w 1395484"/>
                  <a:gd name="connsiteY130" fmla="*/ 263816 h 755136"/>
                  <a:gd name="connsiteX131" fmla="*/ 501555 w 1395484"/>
                  <a:gd name="connsiteY131" fmla="*/ 280876 h 755136"/>
                  <a:gd name="connsiteX132" fmla="*/ 511791 w 1395484"/>
                  <a:gd name="connsiteY132" fmla="*/ 284288 h 755136"/>
                  <a:gd name="connsiteX133" fmla="*/ 522027 w 1395484"/>
                  <a:gd name="connsiteY133" fmla="*/ 297936 h 755136"/>
                  <a:gd name="connsiteX134" fmla="*/ 535675 w 1395484"/>
                  <a:gd name="connsiteY134" fmla="*/ 304760 h 755136"/>
                  <a:gd name="connsiteX135" fmla="*/ 545911 w 1395484"/>
                  <a:gd name="connsiteY135" fmla="*/ 311584 h 755136"/>
                  <a:gd name="connsiteX136" fmla="*/ 573206 w 1395484"/>
                  <a:gd name="connsiteY136" fmla="*/ 332055 h 755136"/>
                  <a:gd name="connsiteX137" fmla="*/ 590266 w 1395484"/>
                  <a:gd name="connsiteY137" fmla="*/ 345703 h 755136"/>
                  <a:gd name="connsiteX138" fmla="*/ 600502 w 1395484"/>
                  <a:gd name="connsiteY138" fmla="*/ 359351 h 755136"/>
                  <a:gd name="connsiteX139" fmla="*/ 627797 w 1395484"/>
                  <a:gd name="connsiteY139" fmla="*/ 372999 h 755136"/>
                  <a:gd name="connsiteX140" fmla="*/ 665329 w 1395484"/>
                  <a:gd name="connsiteY140" fmla="*/ 379822 h 755136"/>
                  <a:gd name="connsiteX141" fmla="*/ 678976 w 1395484"/>
                  <a:gd name="connsiteY141" fmla="*/ 386646 h 755136"/>
                  <a:gd name="connsiteX142" fmla="*/ 706272 w 1395484"/>
                  <a:gd name="connsiteY142" fmla="*/ 393470 h 755136"/>
                  <a:gd name="connsiteX143" fmla="*/ 801806 w 1395484"/>
                  <a:gd name="connsiteY143" fmla="*/ 400294 h 755136"/>
                  <a:gd name="connsiteX144" fmla="*/ 818866 w 1395484"/>
                  <a:gd name="connsiteY144" fmla="*/ 403706 h 755136"/>
                  <a:gd name="connsiteX145" fmla="*/ 829102 w 1395484"/>
                  <a:gd name="connsiteY145" fmla="*/ 400294 h 755136"/>
                  <a:gd name="connsiteX146" fmla="*/ 815454 w 1395484"/>
                  <a:gd name="connsiteY146" fmla="*/ 379822 h 755136"/>
                  <a:gd name="connsiteX147" fmla="*/ 798394 w 1395484"/>
                  <a:gd name="connsiteY147" fmla="*/ 362763 h 755136"/>
                  <a:gd name="connsiteX148" fmla="*/ 781335 w 1395484"/>
                  <a:gd name="connsiteY148" fmla="*/ 335467 h 755136"/>
                  <a:gd name="connsiteX149" fmla="*/ 774511 w 1395484"/>
                  <a:gd name="connsiteY149" fmla="*/ 321819 h 755136"/>
                  <a:gd name="connsiteX150" fmla="*/ 764275 w 1395484"/>
                  <a:gd name="connsiteY150" fmla="*/ 311584 h 755136"/>
                  <a:gd name="connsiteX151" fmla="*/ 757451 w 1395484"/>
                  <a:gd name="connsiteY151" fmla="*/ 301348 h 755136"/>
                  <a:gd name="connsiteX152" fmla="*/ 743803 w 1395484"/>
                  <a:gd name="connsiteY152" fmla="*/ 287700 h 755136"/>
                  <a:gd name="connsiteX153" fmla="*/ 736979 w 1395484"/>
                  <a:gd name="connsiteY153" fmla="*/ 274052 h 755136"/>
                  <a:gd name="connsiteX154" fmla="*/ 719920 w 1395484"/>
                  <a:gd name="connsiteY154" fmla="*/ 250169 h 755136"/>
                  <a:gd name="connsiteX155" fmla="*/ 709684 w 1395484"/>
                  <a:gd name="connsiteY155" fmla="*/ 239933 h 755136"/>
                  <a:gd name="connsiteX156" fmla="*/ 696036 w 1395484"/>
                  <a:gd name="connsiteY156" fmla="*/ 216049 h 755136"/>
                  <a:gd name="connsiteX157" fmla="*/ 692624 w 1395484"/>
                  <a:gd name="connsiteY157" fmla="*/ 205813 h 755136"/>
                  <a:gd name="connsiteX158" fmla="*/ 682388 w 1395484"/>
                  <a:gd name="connsiteY158" fmla="*/ 185342 h 755136"/>
                  <a:gd name="connsiteX159" fmla="*/ 658505 w 1395484"/>
                  <a:gd name="connsiteY159" fmla="*/ 154634 h 755136"/>
                  <a:gd name="connsiteX160" fmla="*/ 651681 w 1395484"/>
                  <a:gd name="connsiteY160" fmla="*/ 130751 h 755136"/>
                  <a:gd name="connsiteX161" fmla="*/ 644857 w 1395484"/>
                  <a:gd name="connsiteY161" fmla="*/ 103455 h 755136"/>
                  <a:gd name="connsiteX162" fmla="*/ 638033 w 1395484"/>
                  <a:gd name="connsiteY162" fmla="*/ 59100 h 755136"/>
                  <a:gd name="connsiteX163" fmla="*/ 641445 w 1395484"/>
                  <a:gd name="connsiteY163" fmla="*/ 21569 h 755136"/>
                  <a:gd name="connsiteX164" fmla="*/ 648269 w 1395484"/>
                  <a:gd name="connsiteY164" fmla="*/ 31804 h 755136"/>
                  <a:gd name="connsiteX165" fmla="*/ 655093 w 1395484"/>
                  <a:gd name="connsiteY165" fmla="*/ 48864 h 755136"/>
                  <a:gd name="connsiteX166" fmla="*/ 661917 w 1395484"/>
                  <a:gd name="connsiteY166" fmla="*/ 59100 h 755136"/>
                  <a:gd name="connsiteX167" fmla="*/ 682388 w 1395484"/>
                  <a:gd name="connsiteY167" fmla="*/ 86396 h 755136"/>
                  <a:gd name="connsiteX168" fmla="*/ 696036 w 1395484"/>
                  <a:gd name="connsiteY168" fmla="*/ 106867 h 755136"/>
                  <a:gd name="connsiteX169" fmla="*/ 719920 w 1395484"/>
                  <a:gd name="connsiteY169" fmla="*/ 137575 h 755136"/>
                  <a:gd name="connsiteX170" fmla="*/ 730155 w 1395484"/>
                  <a:gd name="connsiteY170" fmla="*/ 144399 h 755136"/>
                  <a:gd name="connsiteX171" fmla="*/ 754039 w 1395484"/>
                  <a:gd name="connsiteY171" fmla="*/ 168282 h 755136"/>
                  <a:gd name="connsiteX172" fmla="*/ 767687 w 1395484"/>
                  <a:gd name="connsiteY172" fmla="*/ 181930 h 755136"/>
                  <a:gd name="connsiteX173" fmla="*/ 784747 w 1395484"/>
                  <a:gd name="connsiteY173" fmla="*/ 195578 h 755136"/>
                  <a:gd name="connsiteX174" fmla="*/ 798394 w 1395484"/>
                  <a:gd name="connsiteY174" fmla="*/ 209225 h 755136"/>
                  <a:gd name="connsiteX175" fmla="*/ 808630 w 1395484"/>
                  <a:gd name="connsiteY175" fmla="*/ 192166 h 755136"/>
                  <a:gd name="connsiteX176" fmla="*/ 812042 w 1395484"/>
                  <a:gd name="connsiteY176" fmla="*/ 120515 h 755136"/>
                  <a:gd name="connsiteX177" fmla="*/ 815454 w 1395484"/>
                  <a:gd name="connsiteY177" fmla="*/ 106867 h 755136"/>
                  <a:gd name="connsiteX178" fmla="*/ 818866 w 1395484"/>
                  <a:gd name="connsiteY178" fmla="*/ 127339 h 755136"/>
                  <a:gd name="connsiteX179" fmla="*/ 825690 w 1395484"/>
                  <a:gd name="connsiteY179" fmla="*/ 144399 h 755136"/>
                  <a:gd name="connsiteX180" fmla="*/ 832514 w 1395484"/>
                  <a:gd name="connsiteY180" fmla="*/ 195578 h 755136"/>
                  <a:gd name="connsiteX181" fmla="*/ 835926 w 1395484"/>
                  <a:gd name="connsiteY181" fmla="*/ 236521 h 755136"/>
                  <a:gd name="connsiteX182" fmla="*/ 846161 w 1395484"/>
                  <a:gd name="connsiteY182" fmla="*/ 270640 h 755136"/>
                  <a:gd name="connsiteX183" fmla="*/ 856397 w 1395484"/>
                  <a:gd name="connsiteY183" fmla="*/ 301348 h 755136"/>
                  <a:gd name="connsiteX184" fmla="*/ 859809 w 1395484"/>
                  <a:gd name="connsiteY184" fmla="*/ 311584 h 755136"/>
                  <a:gd name="connsiteX185" fmla="*/ 866633 w 1395484"/>
                  <a:gd name="connsiteY185" fmla="*/ 325231 h 755136"/>
                  <a:gd name="connsiteX186" fmla="*/ 873457 w 1395484"/>
                  <a:gd name="connsiteY186" fmla="*/ 345703 h 755136"/>
                  <a:gd name="connsiteX187" fmla="*/ 880281 w 1395484"/>
                  <a:gd name="connsiteY187" fmla="*/ 366175 h 755136"/>
                  <a:gd name="connsiteX188" fmla="*/ 890517 w 1395484"/>
                  <a:gd name="connsiteY188" fmla="*/ 390058 h 755136"/>
                  <a:gd name="connsiteX189" fmla="*/ 900752 w 1395484"/>
                  <a:gd name="connsiteY189" fmla="*/ 396882 h 755136"/>
                  <a:gd name="connsiteX190" fmla="*/ 924636 w 1395484"/>
                  <a:gd name="connsiteY190" fmla="*/ 413942 h 755136"/>
                  <a:gd name="connsiteX191" fmla="*/ 934872 w 1395484"/>
                  <a:gd name="connsiteY191" fmla="*/ 417354 h 755136"/>
                  <a:gd name="connsiteX192" fmla="*/ 945108 w 1395484"/>
                  <a:gd name="connsiteY192" fmla="*/ 427590 h 755136"/>
                  <a:gd name="connsiteX193" fmla="*/ 955344 w 1395484"/>
                  <a:gd name="connsiteY193" fmla="*/ 431001 h 755136"/>
                  <a:gd name="connsiteX194" fmla="*/ 972403 w 1395484"/>
                  <a:gd name="connsiteY194" fmla="*/ 437825 h 755136"/>
                  <a:gd name="connsiteX195" fmla="*/ 986051 w 1395484"/>
                  <a:gd name="connsiteY195" fmla="*/ 441237 h 755136"/>
                  <a:gd name="connsiteX196" fmla="*/ 996287 w 1395484"/>
                  <a:gd name="connsiteY196" fmla="*/ 444649 h 755136"/>
                  <a:gd name="connsiteX197" fmla="*/ 1023582 w 1395484"/>
                  <a:gd name="connsiteY197" fmla="*/ 451473 h 755136"/>
                  <a:gd name="connsiteX198" fmla="*/ 1061114 w 1395484"/>
                  <a:gd name="connsiteY198" fmla="*/ 465121 h 755136"/>
                  <a:gd name="connsiteX199" fmla="*/ 1081585 w 1395484"/>
                  <a:gd name="connsiteY199" fmla="*/ 478769 h 755136"/>
                  <a:gd name="connsiteX200" fmla="*/ 1095233 w 1395484"/>
                  <a:gd name="connsiteY200" fmla="*/ 489004 h 755136"/>
                  <a:gd name="connsiteX201" fmla="*/ 1108881 w 1395484"/>
                  <a:gd name="connsiteY201" fmla="*/ 495828 h 755136"/>
                  <a:gd name="connsiteX202" fmla="*/ 1132764 w 1395484"/>
                  <a:gd name="connsiteY202" fmla="*/ 509476 h 755136"/>
                  <a:gd name="connsiteX203" fmla="*/ 1160060 w 1395484"/>
                  <a:gd name="connsiteY203" fmla="*/ 529948 h 755136"/>
                  <a:gd name="connsiteX204" fmla="*/ 1177120 w 1395484"/>
                  <a:gd name="connsiteY204" fmla="*/ 543596 h 755136"/>
                  <a:gd name="connsiteX205" fmla="*/ 1194179 w 1395484"/>
                  <a:gd name="connsiteY205" fmla="*/ 547007 h 755136"/>
                  <a:gd name="connsiteX206" fmla="*/ 1241947 w 1395484"/>
                  <a:gd name="connsiteY206" fmla="*/ 560655 h 755136"/>
                  <a:gd name="connsiteX207" fmla="*/ 1255594 w 1395484"/>
                  <a:gd name="connsiteY207" fmla="*/ 564067 h 755136"/>
                  <a:gd name="connsiteX208" fmla="*/ 1279478 w 1395484"/>
                  <a:gd name="connsiteY208" fmla="*/ 570891 h 755136"/>
                  <a:gd name="connsiteX209" fmla="*/ 1323833 w 1395484"/>
                  <a:gd name="connsiteY209" fmla="*/ 574303 h 755136"/>
                  <a:gd name="connsiteX210" fmla="*/ 1395484 w 1395484"/>
                  <a:gd name="connsiteY210" fmla="*/ 577715 h 755136"/>
                  <a:gd name="connsiteX211" fmla="*/ 1183944 w 1395484"/>
                  <a:gd name="connsiteY211" fmla="*/ 755136 h 75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395484" h="755136">
                    <a:moveTo>
                      <a:pt x="1183944" y="755136"/>
                    </a:moveTo>
                    <a:lnTo>
                      <a:pt x="1183944" y="755136"/>
                    </a:lnTo>
                    <a:cubicBezTo>
                      <a:pt x="1182807" y="733527"/>
                      <a:pt x="1182407" y="711867"/>
                      <a:pt x="1180532" y="690309"/>
                    </a:cubicBezTo>
                    <a:cubicBezTo>
                      <a:pt x="1179161" y="674546"/>
                      <a:pt x="1174371" y="674575"/>
                      <a:pt x="1166884" y="659601"/>
                    </a:cubicBezTo>
                    <a:cubicBezTo>
                      <a:pt x="1144865" y="615564"/>
                      <a:pt x="1168110" y="652447"/>
                      <a:pt x="1146412" y="622070"/>
                    </a:cubicBezTo>
                    <a:cubicBezTo>
                      <a:pt x="1144029" y="618733"/>
                      <a:pt x="1142488" y="614734"/>
                      <a:pt x="1139588" y="611834"/>
                    </a:cubicBezTo>
                    <a:cubicBezTo>
                      <a:pt x="1134765" y="607011"/>
                      <a:pt x="1121058" y="600864"/>
                      <a:pt x="1115705" y="598187"/>
                    </a:cubicBezTo>
                    <a:cubicBezTo>
                      <a:pt x="1113430" y="594775"/>
                      <a:pt x="1111781" y="590851"/>
                      <a:pt x="1108881" y="587951"/>
                    </a:cubicBezTo>
                    <a:cubicBezTo>
                      <a:pt x="1099103" y="578173"/>
                      <a:pt x="1099509" y="583265"/>
                      <a:pt x="1088409" y="577715"/>
                    </a:cubicBezTo>
                    <a:cubicBezTo>
                      <a:pt x="1082477" y="574749"/>
                      <a:pt x="1076867" y="571158"/>
                      <a:pt x="1071349" y="567479"/>
                    </a:cubicBezTo>
                    <a:cubicBezTo>
                      <a:pt x="1060364" y="560156"/>
                      <a:pt x="1058148" y="556522"/>
                      <a:pt x="1047466" y="550419"/>
                    </a:cubicBezTo>
                    <a:cubicBezTo>
                      <a:pt x="1043050" y="547896"/>
                      <a:pt x="1038234" y="546119"/>
                      <a:pt x="1033818" y="543596"/>
                    </a:cubicBezTo>
                    <a:cubicBezTo>
                      <a:pt x="1030258" y="541562"/>
                      <a:pt x="1027250" y="538606"/>
                      <a:pt x="1023582" y="536772"/>
                    </a:cubicBezTo>
                    <a:cubicBezTo>
                      <a:pt x="1018104" y="534033"/>
                      <a:pt x="1012001" y="532687"/>
                      <a:pt x="1006523" y="529948"/>
                    </a:cubicBezTo>
                    <a:cubicBezTo>
                      <a:pt x="1002855" y="528114"/>
                      <a:pt x="1000072" y="524701"/>
                      <a:pt x="996287" y="523124"/>
                    </a:cubicBezTo>
                    <a:cubicBezTo>
                      <a:pt x="986327" y="518974"/>
                      <a:pt x="976222" y="514662"/>
                      <a:pt x="965579" y="512888"/>
                    </a:cubicBezTo>
                    <a:cubicBezTo>
                      <a:pt x="956455" y="511367"/>
                      <a:pt x="937584" y="508448"/>
                      <a:pt x="928048" y="506064"/>
                    </a:cubicBezTo>
                    <a:cubicBezTo>
                      <a:pt x="924559" y="505192"/>
                      <a:pt x="921029" y="504260"/>
                      <a:pt x="917812" y="502652"/>
                    </a:cubicBezTo>
                    <a:cubicBezTo>
                      <a:pt x="914144" y="500818"/>
                      <a:pt x="911554" y="496823"/>
                      <a:pt x="907576" y="495828"/>
                    </a:cubicBezTo>
                    <a:cubicBezTo>
                      <a:pt x="897585" y="493330"/>
                      <a:pt x="887105" y="493553"/>
                      <a:pt x="876869" y="492416"/>
                    </a:cubicBezTo>
                    <a:cubicBezTo>
                      <a:pt x="843396" y="484048"/>
                      <a:pt x="888351" y="494543"/>
                      <a:pt x="825690" y="485593"/>
                    </a:cubicBezTo>
                    <a:cubicBezTo>
                      <a:pt x="822130" y="485084"/>
                      <a:pt x="819002" y="482772"/>
                      <a:pt x="815454" y="482181"/>
                    </a:cubicBezTo>
                    <a:cubicBezTo>
                      <a:pt x="805295" y="480488"/>
                      <a:pt x="794983" y="479906"/>
                      <a:pt x="784747" y="478769"/>
                    </a:cubicBezTo>
                    <a:cubicBezTo>
                      <a:pt x="762001" y="481044"/>
                      <a:pt x="738453" y="479192"/>
                      <a:pt x="716508" y="485593"/>
                    </a:cubicBezTo>
                    <a:cubicBezTo>
                      <a:pt x="704364" y="489135"/>
                      <a:pt x="702847" y="508354"/>
                      <a:pt x="696036" y="516300"/>
                    </a:cubicBezTo>
                    <a:cubicBezTo>
                      <a:pt x="692335" y="520618"/>
                      <a:pt x="687210" y="523522"/>
                      <a:pt x="682388" y="526536"/>
                    </a:cubicBezTo>
                    <a:cubicBezTo>
                      <a:pt x="678075" y="529232"/>
                      <a:pt x="673054" y="530664"/>
                      <a:pt x="668741" y="533360"/>
                    </a:cubicBezTo>
                    <a:cubicBezTo>
                      <a:pt x="663919" y="536374"/>
                      <a:pt x="659915" y="540582"/>
                      <a:pt x="655093" y="543596"/>
                    </a:cubicBezTo>
                    <a:cubicBezTo>
                      <a:pt x="650780" y="546292"/>
                      <a:pt x="645677" y="547598"/>
                      <a:pt x="641445" y="550419"/>
                    </a:cubicBezTo>
                    <a:cubicBezTo>
                      <a:pt x="635386" y="554458"/>
                      <a:pt x="630211" y="559698"/>
                      <a:pt x="624385" y="564067"/>
                    </a:cubicBezTo>
                    <a:cubicBezTo>
                      <a:pt x="611086" y="574041"/>
                      <a:pt x="616367" y="568649"/>
                      <a:pt x="600502" y="577715"/>
                    </a:cubicBezTo>
                    <a:cubicBezTo>
                      <a:pt x="571573" y="594246"/>
                      <a:pt x="615904" y="571912"/>
                      <a:pt x="573206" y="598187"/>
                    </a:cubicBezTo>
                    <a:cubicBezTo>
                      <a:pt x="564543" y="603518"/>
                      <a:pt x="555009" y="607285"/>
                      <a:pt x="545911" y="611834"/>
                    </a:cubicBezTo>
                    <a:cubicBezTo>
                      <a:pt x="541362" y="614109"/>
                      <a:pt x="536495" y="615837"/>
                      <a:pt x="532263" y="618658"/>
                    </a:cubicBezTo>
                    <a:cubicBezTo>
                      <a:pt x="482181" y="652046"/>
                      <a:pt x="534864" y="618146"/>
                      <a:pt x="498144" y="639130"/>
                    </a:cubicBezTo>
                    <a:cubicBezTo>
                      <a:pt x="494584" y="641165"/>
                      <a:pt x="491058" y="643329"/>
                      <a:pt x="487908" y="645954"/>
                    </a:cubicBezTo>
                    <a:cubicBezTo>
                      <a:pt x="484201" y="649043"/>
                      <a:pt x="481862" y="653796"/>
                      <a:pt x="477672" y="656190"/>
                    </a:cubicBezTo>
                    <a:cubicBezTo>
                      <a:pt x="473601" y="658516"/>
                      <a:pt x="468573" y="658464"/>
                      <a:pt x="464024" y="659601"/>
                    </a:cubicBezTo>
                    <a:cubicBezTo>
                      <a:pt x="459475" y="663013"/>
                      <a:pt x="455313" y="667016"/>
                      <a:pt x="450376" y="669837"/>
                    </a:cubicBezTo>
                    <a:cubicBezTo>
                      <a:pt x="447254" y="671621"/>
                      <a:pt x="443133" y="671254"/>
                      <a:pt x="440141" y="673249"/>
                    </a:cubicBezTo>
                    <a:cubicBezTo>
                      <a:pt x="436126" y="675926"/>
                      <a:pt x="433920" y="680808"/>
                      <a:pt x="429905" y="683485"/>
                    </a:cubicBezTo>
                    <a:cubicBezTo>
                      <a:pt x="426912" y="685480"/>
                      <a:pt x="422886" y="685289"/>
                      <a:pt x="419669" y="686897"/>
                    </a:cubicBezTo>
                    <a:cubicBezTo>
                      <a:pt x="416001" y="688731"/>
                      <a:pt x="412845" y="691446"/>
                      <a:pt x="409433" y="693721"/>
                    </a:cubicBezTo>
                    <a:cubicBezTo>
                      <a:pt x="410570" y="690309"/>
                      <a:pt x="411237" y="686702"/>
                      <a:pt x="412845" y="683485"/>
                    </a:cubicBezTo>
                    <a:cubicBezTo>
                      <a:pt x="415340" y="678496"/>
                      <a:pt x="427587" y="662692"/>
                      <a:pt x="429905" y="659601"/>
                    </a:cubicBezTo>
                    <a:cubicBezTo>
                      <a:pt x="435901" y="641614"/>
                      <a:pt x="429354" y="656168"/>
                      <a:pt x="443552" y="639130"/>
                    </a:cubicBezTo>
                    <a:cubicBezTo>
                      <a:pt x="446177" y="635980"/>
                      <a:pt x="448341" y="632454"/>
                      <a:pt x="450376" y="628894"/>
                    </a:cubicBezTo>
                    <a:cubicBezTo>
                      <a:pt x="452900" y="624478"/>
                      <a:pt x="453944" y="619153"/>
                      <a:pt x="457200" y="615246"/>
                    </a:cubicBezTo>
                    <a:cubicBezTo>
                      <a:pt x="459825" y="612096"/>
                      <a:pt x="464024" y="610697"/>
                      <a:pt x="467436" y="608422"/>
                    </a:cubicBezTo>
                    <a:cubicBezTo>
                      <a:pt x="478940" y="591168"/>
                      <a:pt x="468015" y="603015"/>
                      <a:pt x="484496" y="594775"/>
                    </a:cubicBezTo>
                    <a:cubicBezTo>
                      <a:pt x="488164" y="592941"/>
                      <a:pt x="491395" y="590335"/>
                      <a:pt x="494732" y="587951"/>
                    </a:cubicBezTo>
                    <a:cubicBezTo>
                      <a:pt x="499359" y="584646"/>
                      <a:pt x="503055" y="579712"/>
                      <a:pt x="508379" y="577715"/>
                    </a:cubicBezTo>
                    <a:cubicBezTo>
                      <a:pt x="521551" y="572775"/>
                      <a:pt x="535675" y="570891"/>
                      <a:pt x="549323" y="567479"/>
                    </a:cubicBezTo>
                    <a:lnTo>
                      <a:pt x="562970" y="564067"/>
                    </a:lnTo>
                    <a:lnTo>
                      <a:pt x="576618" y="560655"/>
                    </a:lnTo>
                    <a:cubicBezTo>
                      <a:pt x="577755" y="557243"/>
                      <a:pt x="577487" y="552962"/>
                      <a:pt x="580030" y="550419"/>
                    </a:cubicBezTo>
                    <a:cubicBezTo>
                      <a:pt x="582573" y="547876"/>
                      <a:pt x="590266" y="550604"/>
                      <a:pt x="590266" y="547007"/>
                    </a:cubicBezTo>
                    <a:cubicBezTo>
                      <a:pt x="590266" y="542182"/>
                      <a:pt x="584219" y="539166"/>
                      <a:pt x="580030" y="536772"/>
                    </a:cubicBezTo>
                    <a:cubicBezTo>
                      <a:pt x="577475" y="535312"/>
                      <a:pt x="550306" y="530127"/>
                      <a:pt x="549323" y="529948"/>
                    </a:cubicBezTo>
                    <a:cubicBezTo>
                      <a:pt x="542516" y="528710"/>
                      <a:pt x="535604" y="528037"/>
                      <a:pt x="528851" y="526536"/>
                    </a:cubicBezTo>
                    <a:cubicBezTo>
                      <a:pt x="525340" y="525756"/>
                      <a:pt x="522197" y="523450"/>
                      <a:pt x="518615" y="523124"/>
                    </a:cubicBezTo>
                    <a:cubicBezTo>
                      <a:pt x="497065" y="521165"/>
                      <a:pt x="475397" y="520849"/>
                      <a:pt x="453788" y="519712"/>
                    </a:cubicBezTo>
                    <a:cubicBezTo>
                      <a:pt x="443552" y="518575"/>
                      <a:pt x="433276" y="517756"/>
                      <a:pt x="423081" y="516300"/>
                    </a:cubicBezTo>
                    <a:cubicBezTo>
                      <a:pt x="389568" y="511512"/>
                      <a:pt x="423643" y="513429"/>
                      <a:pt x="382138" y="509476"/>
                    </a:cubicBezTo>
                    <a:cubicBezTo>
                      <a:pt x="366247" y="507963"/>
                      <a:pt x="350273" y="507447"/>
                      <a:pt x="334370" y="506064"/>
                    </a:cubicBezTo>
                    <a:cubicBezTo>
                      <a:pt x="324110" y="505172"/>
                      <a:pt x="313929" y="503473"/>
                      <a:pt x="303663" y="502652"/>
                    </a:cubicBezTo>
                    <a:cubicBezTo>
                      <a:pt x="285489" y="501198"/>
                      <a:pt x="267269" y="500377"/>
                      <a:pt x="249072" y="499240"/>
                    </a:cubicBezTo>
                    <a:cubicBezTo>
                      <a:pt x="233283" y="496082"/>
                      <a:pt x="225055" y="494109"/>
                      <a:pt x="208129" y="492416"/>
                    </a:cubicBezTo>
                    <a:cubicBezTo>
                      <a:pt x="189213" y="490524"/>
                      <a:pt x="129582" y="486725"/>
                      <a:pt x="112594" y="485593"/>
                    </a:cubicBezTo>
                    <a:cubicBezTo>
                      <a:pt x="104633" y="484456"/>
                      <a:pt x="96547" y="483989"/>
                      <a:pt x="88711" y="482181"/>
                    </a:cubicBezTo>
                    <a:cubicBezTo>
                      <a:pt x="63728" y="476416"/>
                      <a:pt x="74578" y="478004"/>
                      <a:pt x="58003" y="468533"/>
                    </a:cubicBezTo>
                    <a:cubicBezTo>
                      <a:pt x="53587" y="466009"/>
                      <a:pt x="48668" y="464405"/>
                      <a:pt x="44355" y="461709"/>
                    </a:cubicBezTo>
                    <a:cubicBezTo>
                      <a:pt x="14622" y="443125"/>
                      <a:pt x="43097" y="460450"/>
                      <a:pt x="23884" y="441237"/>
                    </a:cubicBezTo>
                    <a:cubicBezTo>
                      <a:pt x="19060" y="436413"/>
                      <a:pt x="5354" y="430267"/>
                      <a:pt x="0" y="427590"/>
                    </a:cubicBezTo>
                    <a:cubicBezTo>
                      <a:pt x="30477" y="407272"/>
                      <a:pt x="9802" y="418138"/>
                      <a:pt x="85299" y="424178"/>
                    </a:cubicBezTo>
                    <a:cubicBezTo>
                      <a:pt x="88884" y="424465"/>
                      <a:pt x="92065" y="426644"/>
                      <a:pt x="95535" y="427590"/>
                    </a:cubicBezTo>
                    <a:cubicBezTo>
                      <a:pt x="104583" y="430057"/>
                      <a:pt x="113732" y="432139"/>
                      <a:pt x="122830" y="434413"/>
                    </a:cubicBezTo>
                    <a:cubicBezTo>
                      <a:pt x="127379" y="435550"/>
                      <a:pt x="131812" y="437358"/>
                      <a:pt x="136478" y="437825"/>
                    </a:cubicBezTo>
                    <a:cubicBezTo>
                      <a:pt x="226249" y="446802"/>
                      <a:pt x="181889" y="443447"/>
                      <a:pt x="269544" y="448061"/>
                    </a:cubicBezTo>
                    <a:lnTo>
                      <a:pt x="440141" y="444649"/>
                    </a:lnTo>
                    <a:cubicBezTo>
                      <a:pt x="444827" y="444475"/>
                      <a:pt x="449146" y="441900"/>
                      <a:pt x="453788" y="441237"/>
                    </a:cubicBezTo>
                    <a:cubicBezTo>
                      <a:pt x="465103" y="439621"/>
                      <a:pt x="476535" y="438962"/>
                      <a:pt x="487908" y="437825"/>
                    </a:cubicBezTo>
                    <a:cubicBezTo>
                      <a:pt x="529976" y="429411"/>
                      <a:pt x="477504" y="439715"/>
                      <a:pt x="525439" y="431001"/>
                    </a:cubicBezTo>
                    <a:cubicBezTo>
                      <a:pt x="531145" y="429964"/>
                      <a:pt x="536745" y="428309"/>
                      <a:pt x="542499" y="427590"/>
                    </a:cubicBezTo>
                    <a:cubicBezTo>
                      <a:pt x="554964" y="426032"/>
                      <a:pt x="567520" y="425315"/>
                      <a:pt x="580030" y="424178"/>
                    </a:cubicBezTo>
                    <a:cubicBezTo>
                      <a:pt x="571547" y="418522"/>
                      <a:pt x="566039" y="414240"/>
                      <a:pt x="556147" y="410530"/>
                    </a:cubicBezTo>
                    <a:cubicBezTo>
                      <a:pt x="551756" y="408883"/>
                      <a:pt x="546948" y="408601"/>
                      <a:pt x="542499" y="407118"/>
                    </a:cubicBezTo>
                    <a:cubicBezTo>
                      <a:pt x="503954" y="394270"/>
                      <a:pt x="544497" y="405059"/>
                      <a:pt x="511791" y="396882"/>
                    </a:cubicBezTo>
                    <a:cubicBezTo>
                      <a:pt x="490178" y="382473"/>
                      <a:pt x="511794" y="398780"/>
                      <a:pt x="494732" y="379822"/>
                    </a:cubicBezTo>
                    <a:cubicBezTo>
                      <a:pt x="487200" y="371453"/>
                      <a:pt x="477603" y="364946"/>
                      <a:pt x="470848" y="355939"/>
                    </a:cubicBezTo>
                    <a:cubicBezTo>
                      <a:pt x="467436" y="351390"/>
                      <a:pt x="464633" y="346312"/>
                      <a:pt x="460612" y="342291"/>
                    </a:cubicBezTo>
                    <a:cubicBezTo>
                      <a:pt x="457712" y="339391"/>
                      <a:pt x="453936" y="337502"/>
                      <a:pt x="450376" y="335467"/>
                    </a:cubicBezTo>
                    <a:cubicBezTo>
                      <a:pt x="444132" y="331899"/>
                      <a:pt x="432035" y="327360"/>
                      <a:pt x="426493" y="321819"/>
                    </a:cubicBezTo>
                    <a:cubicBezTo>
                      <a:pt x="422472" y="317798"/>
                      <a:pt x="419958" y="312489"/>
                      <a:pt x="416257" y="308172"/>
                    </a:cubicBezTo>
                    <a:cubicBezTo>
                      <a:pt x="413117" y="304508"/>
                      <a:pt x="408916" y="301796"/>
                      <a:pt x="406021" y="297936"/>
                    </a:cubicBezTo>
                    <a:cubicBezTo>
                      <a:pt x="402042" y="292631"/>
                      <a:pt x="398751" y="286808"/>
                      <a:pt x="395785" y="280876"/>
                    </a:cubicBezTo>
                    <a:cubicBezTo>
                      <a:pt x="393506" y="276317"/>
                      <a:pt x="389835" y="260928"/>
                      <a:pt x="388961" y="256993"/>
                    </a:cubicBezTo>
                    <a:cubicBezTo>
                      <a:pt x="387941" y="252405"/>
                      <a:pt x="385461" y="235513"/>
                      <a:pt x="382138" y="229697"/>
                    </a:cubicBezTo>
                    <a:cubicBezTo>
                      <a:pt x="375217" y="217585"/>
                      <a:pt x="366501" y="210173"/>
                      <a:pt x="354842" y="202401"/>
                    </a:cubicBezTo>
                    <a:cubicBezTo>
                      <a:pt x="350610" y="199580"/>
                      <a:pt x="345743" y="197852"/>
                      <a:pt x="341194" y="195578"/>
                    </a:cubicBezTo>
                    <a:cubicBezTo>
                      <a:pt x="329200" y="177587"/>
                      <a:pt x="341286" y="190743"/>
                      <a:pt x="320723" y="181930"/>
                    </a:cubicBezTo>
                    <a:cubicBezTo>
                      <a:pt x="316954" y="180315"/>
                      <a:pt x="314155" y="176940"/>
                      <a:pt x="310487" y="175106"/>
                    </a:cubicBezTo>
                    <a:cubicBezTo>
                      <a:pt x="307270" y="173498"/>
                      <a:pt x="303538" y="173155"/>
                      <a:pt x="300251" y="171694"/>
                    </a:cubicBezTo>
                    <a:cubicBezTo>
                      <a:pt x="293279" y="168595"/>
                      <a:pt x="286751" y="164557"/>
                      <a:pt x="279779" y="161458"/>
                    </a:cubicBezTo>
                    <a:cubicBezTo>
                      <a:pt x="258592" y="152041"/>
                      <a:pt x="280589" y="165409"/>
                      <a:pt x="259308" y="151222"/>
                    </a:cubicBezTo>
                    <a:cubicBezTo>
                      <a:pt x="257033" y="147810"/>
                      <a:pt x="251489" y="144965"/>
                      <a:pt x="252484" y="140987"/>
                    </a:cubicBezTo>
                    <a:cubicBezTo>
                      <a:pt x="253356" y="137498"/>
                      <a:pt x="259145" y="137178"/>
                      <a:pt x="262720" y="137575"/>
                    </a:cubicBezTo>
                    <a:cubicBezTo>
                      <a:pt x="269869" y="138369"/>
                      <a:pt x="276367" y="142125"/>
                      <a:pt x="283191" y="144399"/>
                    </a:cubicBezTo>
                    <a:cubicBezTo>
                      <a:pt x="297862" y="149289"/>
                      <a:pt x="289955" y="146942"/>
                      <a:pt x="307075" y="151222"/>
                    </a:cubicBezTo>
                    <a:cubicBezTo>
                      <a:pt x="321860" y="148948"/>
                      <a:pt x="338509" y="151936"/>
                      <a:pt x="351430" y="144399"/>
                    </a:cubicBezTo>
                    <a:cubicBezTo>
                      <a:pt x="356439" y="141477"/>
                      <a:pt x="350418" y="132618"/>
                      <a:pt x="348018" y="127339"/>
                    </a:cubicBezTo>
                    <a:cubicBezTo>
                      <a:pt x="344789" y="120235"/>
                      <a:pt x="329880" y="100879"/>
                      <a:pt x="324135" y="93219"/>
                    </a:cubicBezTo>
                    <a:cubicBezTo>
                      <a:pt x="322998" y="86395"/>
                      <a:pt x="322911" y="79311"/>
                      <a:pt x="320723" y="72748"/>
                    </a:cubicBezTo>
                    <a:cubicBezTo>
                      <a:pt x="319426" y="68858"/>
                      <a:pt x="315733" y="66180"/>
                      <a:pt x="313899" y="62512"/>
                    </a:cubicBezTo>
                    <a:cubicBezTo>
                      <a:pt x="312291" y="59295"/>
                      <a:pt x="311624" y="55688"/>
                      <a:pt x="310487" y="52276"/>
                    </a:cubicBezTo>
                    <a:cubicBezTo>
                      <a:pt x="311624" y="35216"/>
                      <a:pt x="308871" y="17438"/>
                      <a:pt x="313899" y="1097"/>
                    </a:cubicBezTo>
                    <a:cubicBezTo>
                      <a:pt x="315105" y="-2822"/>
                      <a:pt x="321510" y="4771"/>
                      <a:pt x="324135" y="7921"/>
                    </a:cubicBezTo>
                    <a:cubicBezTo>
                      <a:pt x="345779" y="33895"/>
                      <a:pt x="316255" y="11767"/>
                      <a:pt x="341194" y="28393"/>
                    </a:cubicBezTo>
                    <a:cubicBezTo>
                      <a:pt x="349453" y="53168"/>
                      <a:pt x="337627" y="21290"/>
                      <a:pt x="354842" y="52276"/>
                    </a:cubicBezTo>
                    <a:cubicBezTo>
                      <a:pt x="357816" y="57630"/>
                      <a:pt x="358927" y="63858"/>
                      <a:pt x="361666" y="69336"/>
                    </a:cubicBezTo>
                    <a:cubicBezTo>
                      <a:pt x="363500" y="73004"/>
                      <a:pt x="366656" y="75904"/>
                      <a:pt x="368490" y="79572"/>
                    </a:cubicBezTo>
                    <a:cubicBezTo>
                      <a:pt x="384129" y="110849"/>
                      <a:pt x="365416" y="83432"/>
                      <a:pt x="385549" y="110279"/>
                    </a:cubicBezTo>
                    <a:cubicBezTo>
                      <a:pt x="390284" y="124485"/>
                      <a:pt x="389079" y="119458"/>
                      <a:pt x="392373" y="137575"/>
                    </a:cubicBezTo>
                    <a:cubicBezTo>
                      <a:pt x="393611" y="144381"/>
                      <a:pt x="393965" y="151372"/>
                      <a:pt x="395785" y="158046"/>
                    </a:cubicBezTo>
                    <a:cubicBezTo>
                      <a:pt x="401043" y="177324"/>
                      <a:pt x="401280" y="171074"/>
                      <a:pt x="409433" y="185342"/>
                    </a:cubicBezTo>
                    <a:cubicBezTo>
                      <a:pt x="411957" y="189758"/>
                      <a:pt x="413733" y="194574"/>
                      <a:pt x="416257" y="198990"/>
                    </a:cubicBezTo>
                    <a:cubicBezTo>
                      <a:pt x="418839" y="203508"/>
                      <a:pt x="430879" y="220435"/>
                      <a:pt x="433317" y="222873"/>
                    </a:cubicBezTo>
                    <a:cubicBezTo>
                      <a:pt x="437338" y="226894"/>
                      <a:pt x="442685" y="229364"/>
                      <a:pt x="446964" y="233109"/>
                    </a:cubicBezTo>
                    <a:cubicBezTo>
                      <a:pt x="451806" y="237346"/>
                      <a:pt x="456425" y="241872"/>
                      <a:pt x="460612" y="246757"/>
                    </a:cubicBezTo>
                    <a:cubicBezTo>
                      <a:pt x="463281" y="249870"/>
                      <a:pt x="464286" y="254368"/>
                      <a:pt x="467436" y="256993"/>
                    </a:cubicBezTo>
                    <a:cubicBezTo>
                      <a:pt x="471343" y="260249"/>
                      <a:pt x="476535" y="261542"/>
                      <a:pt x="481084" y="263816"/>
                    </a:cubicBezTo>
                    <a:cubicBezTo>
                      <a:pt x="488628" y="271360"/>
                      <a:pt x="492057" y="276127"/>
                      <a:pt x="501555" y="280876"/>
                    </a:cubicBezTo>
                    <a:cubicBezTo>
                      <a:pt x="504772" y="282484"/>
                      <a:pt x="508379" y="283151"/>
                      <a:pt x="511791" y="284288"/>
                    </a:cubicBezTo>
                    <a:cubicBezTo>
                      <a:pt x="515203" y="288837"/>
                      <a:pt x="517709" y="294235"/>
                      <a:pt x="522027" y="297936"/>
                    </a:cubicBezTo>
                    <a:cubicBezTo>
                      <a:pt x="525889" y="301246"/>
                      <a:pt x="531259" y="302236"/>
                      <a:pt x="535675" y="304760"/>
                    </a:cubicBezTo>
                    <a:cubicBezTo>
                      <a:pt x="539235" y="306795"/>
                      <a:pt x="542761" y="308959"/>
                      <a:pt x="545911" y="311584"/>
                    </a:cubicBezTo>
                    <a:cubicBezTo>
                      <a:pt x="571498" y="332905"/>
                      <a:pt x="537356" y="310544"/>
                      <a:pt x="573206" y="332055"/>
                    </a:cubicBezTo>
                    <a:cubicBezTo>
                      <a:pt x="594105" y="363403"/>
                      <a:pt x="565545" y="325102"/>
                      <a:pt x="590266" y="345703"/>
                    </a:cubicBezTo>
                    <a:cubicBezTo>
                      <a:pt x="594635" y="349344"/>
                      <a:pt x="595903" y="356006"/>
                      <a:pt x="600502" y="359351"/>
                    </a:cubicBezTo>
                    <a:cubicBezTo>
                      <a:pt x="608729" y="365334"/>
                      <a:pt x="617822" y="371005"/>
                      <a:pt x="627797" y="372999"/>
                    </a:cubicBezTo>
                    <a:cubicBezTo>
                      <a:pt x="651641" y="377766"/>
                      <a:pt x="639137" y="375457"/>
                      <a:pt x="665329" y="379822"/>
                    </a:cubicBezTo>
                    <a:cubicBezTo>
                      <a:pt x="669878" y="382097"/>
                      <a:pt x="674301" y="384642"/>
                      <a:pt x="678976" y="386646"/>
                    </a:cubicBezTo>
                    <a:cubicBezTo>
                      <a:pt x="687698" y="390384"/>
                      <a:pt x="696998" y="391784"/>
                      <a:pt x="706272" y="393470"/>
                    </a:cubicBezTo>
                    <a:cubicBezTo>
                      <a:pt x="746430" y="400771"/>
                      <a:pt x="738007" y="397394"/>
                      <a:pt x="801806" y="400294"/>
                    </a:cubicBezTo>
                    <a:cubicBezTo>
                      <a:pt x="807493" y="401431"/>
                      <a:pt x="813067" y="403706"/>
                      <a:pt x="818866" y="403706"/>
                    </a:cubicBezTo>
                    <a:cubicBezTo>
                      <a:pt x="822463" y="403706"/>
                      <a:pt x="829611" y="403854"/>
                      <a:pt x="829102" y="400294"/>
                    </a:cubicBezTo>
                    <a:cubicBezTo>
                      <a:pt x="827942" y="392175"/>
                      <a:pt x="820003" y="386646"/>
                      <a:pt x="815454" y="379822"/>
                    </a:cubicBezTo>
                    <a:cubicBezTo>
                      <a:pt x="806356" y="366176"/>
                      <a:pt x="812041" y="371861"/>
                      <a:pt x="798394" y="362763"/>
                    </a:cubicBezTo>
                    <a:cubicBezTo>
                      <a:pt x="791281" y="352094"/>
                      <a:pt x="788197" y="347820"/>
                      <a:pt x="781335" y="335467"/>
                    </a:cubicBezTo>
                    <a:cubicBezTo>
                      <a:pt x="778865" y="331021"/>
                      <a:pt x="777467" y="325958"/>
                      <a:pt x="774511" y="321819"/>
                    </a:cubicBezTo>
                    <a:cubicBezTo>
                      <a:pt x="771706" y="317893"/>
                      <a:pt x="767364" y="315291"/>
                      <a:pt x="764275" y="311584"/>
                    </a:cubicBezTo>
                    <a:cubicBezTo>
                      <a:pt x="761650" y="308434"/>
                      <a:pt x="760120" y="304461"/>
                      <a:pt x="757451" y="301348"/>
                    </a:cubicBezTo>
                    <a:cubicBezTo>
                      <a:pt x="753264" y="296463"/>
                      <a:pt x="747663" y="292847"/>
                      <a:pt x="743803" y="287700"/>
                    </a:cubicBezTo>
                    <a:cubicBezTo>
                      <a:pt x="740751" y="283631"/>
                      <a:pt x="739503" y="278468"/>
                      <a:pt x="736979" y="274052"/>
                    </a:cubicBezTo>
                    <a:cubicBezTo>
                      <a:pt x="733894" y="268652"/>
                      <a:pt x="723058" y="253830"/>
                      <a:pt x="719920" y="250169"/>
                    </a:cubicBezTo>
                    <a:cubicBezTo>
                      <a:pt x="716780" y="246505"/>
                      <a:pt x="713096" y="243345"/>
                      <a:pt x="709684" y="239933"/>
                    </a:cubicBezTo>
                    <a:cubicBezTo>
                      <a:pt x="702468" y="211068"/>
                      <a:pt x="712298" y="240442"/>
                      <a:pt x="696036" y="216049"/>
                    </a:cubicBezTo>
                    <a:cubicBezTo>
                      <a:pt x="694041" y="213056"/>
                      <a:pt x="694085" y="209100"/>
                      <a:pt x="692624" y="205813"/>
                    </a:cubicBezTo>
                    <a:cubicBezTo>
                      <a:pt x="689525" y="198841"/>
                      <a:pt x="686620" y="191690"/>
                      <a:pt x="682388" y="185342"/>
                    </a:cubicBezTo>
                    <a:cubicBezTo>
                      <a:pt x="670611" y="167676"/>
                      <a:pt x="667592" y="181892"/>
                      <a:pt x="658505" y="154634"/>
                    </a:cubicBezTo>
                    <a:cubicBezTo>
                      <a:pt x="650326" y="130100"/>
                      <a:pt x="660247" y="160732"/>
                      <a:pt x="651681" y="130751"/>
                    </a:cubicBezTo>
                    <a:cubicBezTo>
                      <a:pt x="647375" y="115681"/>
                      <a:pt x="647458" y="122965"/>
                      <a:pt x="644857" y="103455"/>
                    </a:cubicBezTo>
                    <a:cubicBezTo>
                      <a:pt x="638993" y="59474"/>
                      <a:pt x="645718" y="82156"/>
                      <a:pt x="638033" y="59100"/>
                    </a:cubicBezTo>
                    <a:cubicBezTo>
                      <a:pt x="639170" y="46590"/>
                      <a:pt x="637034" y="33331"/>
                      <a:pt x="641445" y="21569"/>
                    </a:cubicBezTo>
                    <a:cubicBezTo>
                      <a:pt x="642885" y="17730"/>
                      <a:pt x="646435" y="28136"/>
                      <a:pt x="648269" y="31804"/>
                    </a:cubicBezTo>
                    <a:cubicBezTo>
                      <a:pt x="651008" y="37282"/>
                      <a:pt x="652354" y="43386"/>
                      <a:pt x="655093" y="48864"/>
                    </a:cubicBezTo>
                    <a:cubicBezTo>
                      <a:pt x="656927" y="52532"/>
                      <a:pt x="659505" y="55784"/>
                      <a:pt x="661917" y="59100"/>
                    </a:cubicBezTo>
                    <a:cubicBezTo>
                      <a:pt x="668606" y="68298"/>
                      <a:pt x="682388" y="86396"/>
                      <a:pt x="682388" y="86396"/>
                    </a:cubicBezTo>
                    <a:cubicBezTo>
                      <a:pt x="689231" y="106923"/>
                      <a:pt x="680701" y="86420"/>
                      <a:pt x="696036" y="106867"/>
                    </a:cubicBezTo>
                    <a:cubicBezTo>
                      <a:pt x="713396" y="130013"/>
                      <a:pt x="697883" y="118685"/>
                      <a:pt x="719920" y="137575"/>
                    </a:cubicBezTo>
                    <a:cubicBezTo>
                      <a:pt x="723033" y="140244"/>
                      <a:pt x="727256" y="141500"/>
                      <a:pt x="730155" y="144399"/>
                    </a:cubicBezTo>
                    <a:cubicBezTo>
                      <a:pt x="761995" y="176239"/>
                      <a:pt x="717649" y="140989"/>
                      <a:pt x="754039" y="168282"/>
                    </a:cubicBezTo>
                    <a:cubicBezTo>
                      <a:pt x="763138" y="195578"/>
                      <a:pt x="749490" y="163733"/>
                      <a:pt x="767687" y="181930"/>
                    </a:cubicBezTo>
                    <a:cubicBezTo>
                      <a:pt x="785635" y="199878"/>
                      <a:pt x="750591" y="187039"/>
                      <a:pt x="784747" y="195578"/>
                    </a:cubicBezTo>
                    <a:cubicBezTo>
                      <a:pt x="785574" y="198060"/>
                      <a:pt x="788468" y="215842"/>
                      <a:pt x="798394" y="209225"/>
                    </a:cubicBezTo>
                    <a:cubicBezTo>
                      <a:pt x="803912" y="205547"/>
                      <a:pt x="805218" y="197852"/>
                      <a:pt x="808630" y="192166"/>
                    </a:cubicBezTo>
                    <a:cubicBezTo>
                      <a:pt x="809767" y="168282"/>
                      <a:pt x="810135" y="144350"/>
                      <a:pt x="812042" y="120515"/>
                    </a:cubicBezTo>
                    <a:cubicBezTo>
                      <a:pt x="812416" y="115841"/>
                      <a:pt x="812138" y="103551"/>
                      <a:pt x="815454" y="106867"/>
                    </a:cubicBezTo>
                    <a:cubicBezTo>
                      <a:pt x="820346" y="111759"/>
                      <a:pt x="817046" y="120665"/>
                      <a:pt x="818866" y="127339"/>
                    </a:cubicBezTo>
                    <a:cubicBezTo>
                      <a:pt x="820478" y="133248"/>
                      <a:pt x="823415" y="138712"/>
                      <a:pt x="825690" y="144399"/>
                    </a:cubicBezTo>
                    <a:cubicBezTo>
                      <a:pt x="827821" y="159315"/>
                      <a:pt x="831044" y="180876"/>
                      <a:pt x="832514" y="195578"/>
                    </a:cubicBezTo>
                    <a:cubicBezTo>
                      <a:pt x="833877" y="209205"/>
                      <a:pt x="834227" y="222932"/>
                      <a:pt x="835926" y="236521"/>
                    </a:cubicBezTo>
                    <a:cubicBezTo>
                      <a:pt x="836957" y="244769"/>
                      <a:pt x="844183" y="264706"/>
                      <a:pt x="846161" y="270640"/>
                    </a:cubicBezTo>
                    <a:lnTo>
                      <a:pt x="856397" y="301348"/>
                    </a:lnTo>
                    <a:cubicBezTo>
                      <a:pt x="857534" y="304760"/>
                      <a:pt x="858200" y="308367"/>
                      <a:pt x="859809" y="311584"/>
                    </a:cubicBezTo>
                    <a:cubicBezTo>
                      <a:pt x="862084" y="316133"/>
                      <a:pt x="864744" y="320509"/>
                      <a:pt x="866633" y="325231"/>
                    </a:cubicBezTo>
                    <a:cubicBezTo>
                      <a:pt x="869305" y="331910"/>
                      <a:pt x="871182" y="338879"/>
                      <a:pt x="873457" y="345703"/>
                    </a:cubicBezTo>
                    <a:lnTo>
                      <a:pt x="880281" y="366175"/>
                    </a:lnTo>
                    <a:cubicBezTo>
                      <a:pt x="882651" y="373286"/>
                      <a:pt x="885833" y="384437"/>
                      <a:pt x="890517" y="390058"/>
                    </a:cubicBezTo>
                    <a:cubicBezTo>
                      <a:pt x="893142" y="393208"/>
                      <a:pt x="897415" y="394499"/>
                      <a:pt x="900752" y="396882"/>
                    </a:cubicBezTo>
                    <a:cubicBezTo>
                      <a:pt x="904358" y="399458"/>
                      <a:pt x="919276" y="411262"/>
                      <a:pt x="924636" y="413942"/>
                    </a:cubicBezTo>
                    <a:cubicBezTo>
                      <a:pt x="927853" y="415550"/>
                      <a:pt x="931460" y="416217"/>
                      <a:pt x="934872" y="417354"/>
                    </a:cubicBezTo>
                    <a:cubicBezTo>
                      <a:pt x="938284" y="420766"/>
                      <a:pt x="941093" y="424914"/>
                      <a:pt x="945108" y="427590"/>
                    </a:cubicBezTo>
                    <a:cubicBezTo>
                      <a:pt x="948101" y="429585"/>
                      <a:pt x="951977" y="429738"/>
                      <a:pt x="955344" y="431001"/>
                    </a:cubicBezTo>
                    <a:cubicBezTo>
                      <a:pt x="961079" y="433151"/>
                      <a:pt x="966593" y="435888"/>
                      <a:pt x="972403" y="437825"/>
                    </a:cubicBezTo>
                    <a:cubicBezTo>
                      <a:pt x="976852" y="439308"/>
                      <a:pt x="981542" y="439949"/>
                      <a:pt x="986051" y="441237"/>
                    </a:cubicBezTo>
                    <a:cubicBezTo>
                      <a:pt x="989509" y="442225"/>
                      <a:pt x="992817" y="443703"/>
                      <a:pt x="996287" y="444649"/>
                    </a:cubicBezTo>
                    <a:cubicBezTo>
                      <a:pt x="1005335" y="447117"/>
                      <a:pt x="1015194" y="447279"/>
                      <a:pt x="1023582" y="451473"/>
                    </a:cubicBezTo>
                    <a:cubicBezTo>
                      <a:pt x="1049241" y="464303"/>
                      <a:pt x="1036573" y="460213"/>
                      <a:pt x="1061114" y="465121"/>
                    </a:cubicBezTo>
                    <a:cubicBezTo>
                      <a:pt x="1067938" y="469670"/>
                      <a:pt x="1075024" y="473849"/>
                      <a:pt x="1081585" y="478769"/>
                    </a:cubicBezTo>
                    <a:cubicBezTo>
                      <a:pt x="1086134" y="482181"/>
                      <a:pt x="1090411" y="485990"/>
                      <a:pt x="1095233" y="489004"/>
                    </a:cubicBezTo>
                    <a:cubicBezTo>
                      <a:pt x="1099546" y="491700"/>
                      <a:pt x="1104568" y="493132"/>
                      <a:pt x="1108881" y="495828"/>
                    </a:cubicBezTo>
                    <a:cubicBezTo>
                      <a:pt x="1132489" y="510583"/>
                      <a:pt x="1112655" y="502772"/>
                      <a:pt x="1132764" y="509476"/>
                    </a:cubicBezTo>
                    <a:lnTo>
                      <a:pt x="1160060" y="529948"/>
                    </a:lnTo>
                    <a:cubicBezTo>
                      <a:pt x="1165832" y="534388"/>
                      <a:pt x="1169979" y="542168"/>
                      <a:pt x="1177120" y="543596"/>
                    </a:cubicBezTo>
                    <a:lnTo>
                      <a:pt x="1194179" y="547007"/>
                    </a:lnTo>
                    <a:cubicBezTo>
                      <a:pt x="1221633" y="560734"/>
                      <a:pt x="1195015" y="548921"/>
                      <a:pt x="1241947" y="560655"/>
                    </a:cubicBezTo>
                    <a:cubicBezTo>
                      <a:pt x="1246496" y="561792"/>
                      <a:pt x="1251085" y="562779"/>
                      <a:pt x="1255594" y="564067"/>
                    </a:cubicBezTo>
                    <a:cubicBezTo>
                      <a:pt x="1264088" y="566494"/>
                      <a:pt x="1270412" y="569824"/>
                      <a:pt x="1279478" y="570891"/>
                    </a:cubicBezTo>
                    <a:cubicBezTo>
                      <a:pt x="1294205" y="572624"/>
                      <a:pt x="1309048" y="573166"/>
                      <a:pt x="1323833" y="574303"/>
                    </a:cubicBezTo>
                    <a:cubicBezTo>
                      <a:pt x="1358737" y="581284"/>
                      <a:pt x="1335094" y="577715"/>
                      <a:pt x="1395484" y="577715"/>
                    </a:cubicBezTo>
                    <a:lnTo>
                      <a:pt x="1183944" y="75513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289B823A-4E30-E5A4-E207-44203100AC5E}"/>
                  </a:ext>
                </a:extLst>
              </p:cNvPr>
              <p:cNvSpPr/>
              <p:nvPr/>
            </p:nvSpPr>
            <p:spPr>
              <a:xfrm>
                <a:off x="4078068" y="3566165"/>
                <a:ext cx="1468058" cy="765385"/>
              </a:xfrm>
              <a:custGeom>
                <a:avLst/>
                <a:gdLst>
                  <a:gd name="connsiteX0" fmla="*/ 1181455 w 1468058"/>
                  <a:gd name="connsiteY0" fmla="*/ 0 h 765385"/>
                  <a:gd name="connsiteX1" fmla="*/ 1181455 w 1468058"/>
                  <a:gd name="connsiteY1" fmla="*/ 0 h 765385"/>
                  <a:gd name="connsiteX2" fmla="*/ 1184867 w 1468058"/>
                  <a:gd name="connsiteY2" fmla="*/ 30707 h 765385"/>
                  <a:gd name="connsiteX3" fmla="*/ 1188279 w 1468058"/>
                  <a:gd name="connsiteY3" fmla="*/ 47767 h 765385"/>
                  <a:gd name="connsiteX4" fmla="*/ 1184867 w 1468058"/>
                  <a:gd name="connsiteY4" fmla="*/ 122830 h 765385"/>
                  <a:gd name="connsiteX5" fmla="*/ 1181455 w 1468058"/>
                  <a:gd name="connsiteY5" fmla="*/ 133066 h 765385"/>
                  <a:gd name="connsiteX6" fmla="*/ 1171219 w 1468058"/>
                  <a:gd name="connsiteY6" fmla="*/ 139889 h 765385"/>
                  <a:gd name="connsiteX7" fmla="*/ 1160983 w 1468058"/>
                  <a:gd name="connsiteY7" fmla="*/ 156949 h 765385"/>
                  <a:gd name="connsiteX8" fmla="*/ 1157572 w 1468058"/>
                  <a:gd name="connsiteY8" fmla="*/ 167185 h 765385"/>
                  <a:gd name="connsiteX9" fmla="*/ 1113216 w 1468058"/>
                  <a:gd name="connsiteY9" fmla="*/ 204716 h 765385"/>
                  <a:gd name="connsiteX10" fmla="*/ 1099569 w 1468058"/>
                  <a:gd name="connsiteY10" fmla="*/ 214952 h 765385"/>
                  <a:gd name="connsiteX11" fmla="*/ 1092745 w 1468058"/>
                  <a:gd name="connsiteY11" fmla="*/ 225188 h 765385"/>
                  <a:gd name="connsiteX12" fmla="*/ 1082509 w 1468058"/>
                  <a:gd name="connsiteY12" fmla="*/ 228600 h 765385"/>
                  <a:gd name="connsiteX13" fmla="*/ 1062037 w 1468058"/>
                  <a:gd name="connsiteY13" fmla="*/ 238836 h 765385"/>
                  <a:gd name="connsiteX14" fmla="*/ 1055213 w 1468058"/>
                  <a:gd name="connsiteY14" fmla="*/ 249072 h 765385"/>
                  <a:gd name="connsiteX15" fmla="*/ 1031330 w 1468058"/>
                  <a:gd name="connsiteY15" fmla="*/ 259307 h 765385"/>
                  <a:gd name="connsiteX16" fmla="*/ 1010858 w 1468058"/>
                  <a:gd name="connsiteY16" fmla="*/ 272955 h 765385"/>
                  <a:gd name="connsiteX17" fmla="*/ 986975 w 1468058"/>
                  <a:gd name="connsiteY17" fmla="*/ 286603 h 765385"/>
                  <a:gd name="connsiteX18" fmla="*/ 973327 w 1468058"/>
                  <a:gd name="connsiteY18" fmla="*/ 290015 h 765385"/>
                  <a:gd name="connsiteX19" fmla="*/ 963091 w 1468058"/>
                  <a:gd name="connsiteY19" fmla="*/ 300251 h 765385"/>
                  <a:gd name="connsiteX20" fmla="*/ 949443 w 1468058"/>
                  <a:gd name="connsiteY20" fmla="*/ 303663 h 765385"/>
                  <a:gd name="connsiteX21" fmla="*/ 935795 w 1468058"/>
                  <a:gd name="connsiteY21" fmla="*/ 310487 h 765385"/>
                  <a:gd name="connsiteX22" fmla="*/ 925560 w 1468058"/>
                  <a:gd name="connsiteY22" fmla="*/ 317310 h 765385"/>
                  <a:gd name="connsiteX23" fmla="*/ 905088 w 1468058"/>
                  <a:gd name="connsiteY23" fmla="*/ 320722 h 765385"/>
                  <a:gd name="connsiteX24" fmla="*/ 874380 w 1468058"/>
                  <a:gd name="connsiteY24" fmla="*/ 330958 h 765385"/>
                  <a:gd name="connsiteX25" fmla="*/ 857321 w 1468058"/>
                  <a:gd name="connsiteY25" fmla="*/ 334370 h 765385"/>
                  <a:gd name="connsiteX26" fmla="*/ 840261 w 1468058"/>
                  <a:gd name="connsiteY26" fmla="*/ 341194 h 765385"/>
                  <a:gd name="connsiteX27" fmla="*/ 792494 w 1468058"/>
                  <a:gd name="connsiteY27" fmla="*/ 344606 h 765385"/>
                  <a:gd name="connsiteX28" fmla="*/ 748139 w 1468058"/>
                  <a:gd name="connsiteY28" fmla="*/ 351430 h 765385"/>
                  <a:gd name="connsiteX29" fmla="*/ 686724 w 1468058"/>
                  <a:gd name="connsiteY29" fmla="*/ 354842 h 765385"/>
                  <a:gd name="connsiteX30" fmla="*/ 587778 w 1468058"/>
                  <a:gd name="connsiteY30" fmla="*/ 351430 h 765385"/>
                  <a:gd name="connsiteX31" fmla="*/ 574130 w 1468058"/>
                  <a:gd name="connsiteY31" fmla="*/ 348018 h 765385"/>
                  <a:gd name="connsiteX32" fmla="*/ 540010 w 1468058"/>
                  <a:gd name="connsiteY32" fmla="*/ 344606 h 765385"/>
                  <a:gd name="connsiteX33" fmla="*/ 519539 w 1468058"/>
                  <a:gd name="connsiteY33" fmla="*/ 334370 h 765385"/>
                  <a:gd name="connsiteX34" fmla="*/ 492243 w 1468058"/>
                  <a:gd name="connsiteY34" fmla="*/ 327546 h 765385"/>
                  <a:gd name="connsiteX35" fmla="*/ 471772 w 1468058"/>
                  <a:gd name="connsiteY35" fmla="*/ 313898 h 765385"/>
                  <a:gd name="connsiteX36" fmla="*/ 458124 w 1468058"/>
                  <a:gd name="connsiteY36" fmla="*/ 303663 h 765385"/>
                  <a:gd name="connsiteX37" fmla="*/ 424004 w 1468058"/>
                  <a:gd name="connsiteY37" fmla="*/ 276367 h 765385"/>
                  <a:gd name="connsiteX38" fmla="*/ 396709 w 1468058"/>
                  <a:gd name="connsiteY38" fmla="*/ 238836 h 765385"/>
                  <a:gd name="connsiteX39" fmla="*/ 369413 w 1468058"/>
                  <a:gd name="connsiteY39" fmla="*/ 218364 h 765385"/>
                  <a:gd name="connsiteX40" fmla="*/ 355766 w 1468058"/>
                  <a:gd name="connsiteY40" fmla="*/ 208128 h 765385"/>
                  <a:gd name="connsiteX41" fmla="*/ 345530 w 1468058"/>
                  <a:gd name="connsiteY41" fmla="*/ 197892 h 765385"/>
                  <a:gd name="connsiteX42" fmla="*/ 314822 w 1468058"/>
                  <a:gd name="connsiteY42" fmla="*/ 177421 h 765385"/>
                  <a:gd name="connsiteX43" fmla="*/ 304586 w 1468058"/>
                  <a:gd name="connsiteY43" fmla="*/ 170597 h 765385"/>
                  <a:gd name="connsiteX44" fmla="*/ 270467 w 1468058"/>
                  <a:gd name="connsiteY44" fmla="*/ 143301 h 765385"/>
                  <a:gd name="connsiteX45" fmla="*/ 256819 w 1468058"/>
                  <a:gd name="connsiteY45" fmla="*/ 129654 h 765385"/>
                  <a:gd name="connsiteX46" fmla="*/ 253407 w 1468058"/>
                  <a:gd name="connsiteY46" fmla="*/ 119418 h 765385"/>
                  <a:gd name="connsiteX47" fmla="*/ 243172 w 1468058"/>
                  <a:gd name="connsiteY47" fmla="*/ 109182 h 765385"/>
                  <a:gd name="connsiteX48" fmla="*/ 229524 w 1468058"/>
                  <a:gd name="connsiteY48" fmla="*/ 92122 h 765385"/>
                  <a:gd name="connsiteX49" fmla="*/ 215876 w 1468058"/>
                  <a:gd name="connsiteY49" fmla="*/ 71651 h 765385"/>
                  <a:gd name="connsiteX50" fmla="*/ 209052 w 1468058"/>
                  <a:gd name="connsiteY50" fmla="*/ 58003 h 765385"/>
                  <a:gd name="connsiteX51" fmla="*/ 195404 w 1468058"/>
                  <a:gd name="connsiteY51" fmla="*/ 37531 h 765385"/>
                  <a:gd name="connsiteX52" fmla="*/ 181757 w 1468058"/>
                  <a:gd name="connsiteY52" fmla="*/ 47767 h 765385"/>
                  <a:gd name="connsiteX53" fmla="*/ 178345 w 1468058"/>
                  <a:gd name="connsiteY53" fmla="*/ 61415 h 765385"/>
                  <a:gd name="connsiteX54" fmla="*/ 188580 w 1468058"/>
                  <a:gd name="connsiteY54" fmla="*/ 105770 h 765385"/>
                  <a:gd name="connsiteX55" fmla="*/ 195404 w 1468058"/>
                  <a:gd name="connsiteY55" fmla="*/ 116006 h 765385"/>
                  <a:gd name="connsiteX56" fmla="*/ 205640 w 1468058"/>
                  <a:gd name="connsiteY56" fmla="*/ 143301 h 765385"/>
                  <a:gd name="connsiteX57" fmla="*/ 215876 w 1468058"/>
                  <a:gd name="connsiteY57" fmla="*/ 153537 h 765385"/>
                  <a:gd name="connsiteX58" fmla="*/ 229524 w 1468058"/>
                  <a:gd name="connsiteY58" fmla="*/ 184245 h 765385"/>
                  <a:gd name="connsiteX59" fmla="*/ 239760 w 1468058"/>
                  <a:gd name="connsiteY59" fmla="*/ 191069 h 765385"/>
                  <a:gd name="connsiteX60" fmla="*/ 260231 w 1468058"/>
                  <a:gd name="connsiteY60" fmla="*/ 214952 h 765385"/>
                  <a:gd name="connsiteX61" fmla="*/ 273879 w 1468058"/>
                  <a:gd name="connsiteY61" fmla="*/ 228600 h 765385"/>
                  <a:gd name="connsiteX62" fmla="*/ 243172 w 1468058"/>
                  <a:gd name="connsiteY62" fmla="*/ 218364 h 765385"/>
                  <a:gd name="connsiteX63" fmla="*/ 198816 w 1468058"/>
                  <a:gd name="connsiteY63" fmla="*/ 194481 h 765385"/>
                  <a:gd name="connsiteX64" fmla="*/ 188580 w 1468058"/>
                  <a:gd name="connsiteY64" fmla="*/ 187657 h 765385"/>
                  <a:gd name="connsiteX65" fmla="*/ 171521 w 1468058"/>
                  <a:gd name="connsiteY65" fmla="*/ 184245 h 765385"/>
                  <a:gd name="connsiteX66" fmla="*/ 133989 w 1468058"/>
                  <a:gd name="connsiteY66" fmla="*/ 160361 h 765385"/>
                  <a:gd name="connsiteX67" fmla="*/ 113518 w 1468058"/>
                  <a:gd name="connsiteY67" fmla="*/ 146713 h 765385"/>
                  <a:gd name="connsiteX68" fmla="*/ 86222 w 1468058"/>
                  <a:gd name="connsiteY68" fmla="*/ 119418 h 765385"/>
                  <a:gd name="connsiteX69" fmla="*/ 75986 w 1468058"/>
                  <a:gd name="connsiteY69" fmla="*/ 105770 h 765385"/>
                  <a:gd name="connsiteX70" fmla="*/ 55515 w 1468058"/>
                  <a:gd name="connsiteY70" fmla="*/ 78475 h 765385"/>
                  <a:gd name="connsiteX71" fmla="*/ 45279 w 1468058"/>
                  <a:gd name="connsiteY71" fmla="*/ 75063 h 765385"/>
                  <a:gd name="connsiteX72" fmla="*/ 35043 w 1468058"/>
                  <a:gd name="connsiteY72" fmla="*/ 64827 h 765385"/>
                  <a:gd name="connsiteX73" fmla="*/ 24807 w 1468058"/>
                  <a:gd name="connsiteY73" fmla="*/ 58003 h 765385"/>
                  <a:gd name="connsiteX74" fmla="*/ 38455 w 1468058"/>
                  <a:gd name="connsiteY74" fmla="*/ 105770 h 765385"/>
                  <a:gd name="connsiteX75" fmla="*/ 55515 w 1468058"/>
                  <a:gd name="connsiteY75" fmla="*/ 129654 h 765385"/>
                  <a:gd name="connsiteX76" fmla="*/ 62339 w 1468058"/>
                  <a:gd name="connsiteY76" fmla="*/ 143301 h 765385"/>
                  <a:gd name="connsiteX77" fmla="*/ 79398 w 1468058"/>
                  <a:gd name="connsiteY77" fmla="*/ 167185 h 765385"/>
                  <a:gd name="connsiteX78" fmla="*/ 86222 w 1468058"/>
                  <a:gd name="connsiteY78" fmla="*/ 177421 h 765385"/>
                  <a:gd name="connsiteX79" fmla="*/ 96458 w 1468058"/>
                  <a:gd name="connsiteY79" fmla="*/ 184245 h 765385"/>
                  <a:gd name="connsiteX80" fmla="*/ 113518 w 1468058"/>
                  <a:gd name="connsiteY80" fmla="*/ 204716 h 765385"/>
                  <a:gd name="connsiteX81" fmla="*/ 127166 w 1468058"/>
                  <a:gd name="connsiteY81" fmla="*/ 211540 h 765385"/>
                  <a:gd name="connsiteX82" fmla="*/ 137401 w 1468058"/>
                  <a:gd name="connsiteY82" fmla="*/ 218364 h 765385"/>
                  <a:gd name="connsiteX83" fmla="*/ 151049 w 1468058"/>
                  <a:gd name="connsiteY83" fmla="*/ 228600 h 765385"/>
                  <a:gd name="connsiteX84" fmla="*/ 161285 w 1468058"/>
                  <a:gd name="connsiteY84" fmla="*/ 238836 h 765385"/>
                  <a:gd name="connsiteX85" fmla="*/ 174933 w 1468058"/>
                  <a:gd name="connsiteY85" fmla="*/ 245660 h 765385"/>
                  <a:gd name="connsiteX86" fmla="*/ 185169 w 1468058"/>
                  <a:gd name="connsiteY86" fmla="*/ 252484 h 765385"/>
                  <a:gd name="connsiteX87" fmla="*/ 198816 w 1468058"/>
                  <a:gd name="connsiteY87" fmla="*/ 255895 h 765385"/>
                  <a:gd name="connsiteX88" fmla="*/ 236348 w 1468058"/>
                  <a:gd name="connsiteY88" fmla="*/ 269543 h 765385"/>
                  <a:gd name="connsiteX89" fmla="*/ 270467 w 1468058"/>
                  <a:gd name="connsiteY89" fmla="*/ 290015 h 765385"/>
                  <a:gd name="connsiteX90" fmla="*/ 280703 w 1468058"/>
                  <a:gd name="connsiteY90" fmla="*/ 293427 h 765385"/>
                  <a:gd name="connsiteX91" fmla="*/ 297763 w 1468058"/>
                  <a:gd name="connsiteY91" fmla="*/ 300251 h 765385"/>
                  <a:gd name="connsiteX92" fmla="*/ 307998 w 1468058"/>
                  <a:gd name="connsiteY92" fmla="*/ 303663 h 765385"/>
                  <a:gd name="connsiteX93" fmla="*/ 352354 w 1468058"/>
                  <a:gd name="connsiteY93" fmla="*/ 327546 h 765385"/>
                  <a:gd name="connsiteX94" fmla="*/ 366001 w 1468058"/>
                  <a:gd name="connsiteY94" fmla="*/ 330958 h 765385"/>
                  <a:gd name="connsiteX95" fmla="*/ 379649 w 1468058"/>
                  <a:gd name="connsiteY95" fmla="*/ 341194 h 765385"/>
                  <a:gd name="connsiteX96" fmla="*/ 396709 w 1468058"/>
                  <a:gd name="connsiteY96" fmla="*/ 354842 h 765385"/>
                  <a:gd name="connsiteX97" fmla="*/ 386473 w 1468058"/>
                  <a:gd name="connsiteY97" fmla="*/ 361666 h 765385"/>
                  <a:gd name="connsiteX98" fmla="*/ 294351 w 1468058"/>
                  <a:gd name="connsiteY98" fmla="*/ 361666 h 765385"/>
                  <a:gd name="connsiteX99" fmla="*/ 195404 w 1468058"/>
                  <a:gd name="connsiteY99" fmla="*/ 368489 h 765385"/>
                  <a:gd name="connsiteX100" fmla="*/ 164697 w 1468058"/>
                  <a:gd name="connsiteY100" fmla="*/ 371901 h 765385"/>
                  <a:gd name="connsiteX101" fmla="*/ 140813 w 1468058"/>
                  <a:gd name="connsiteY101" fmla="*/ 382137 h 765385"/>
                  <a:gd name="connsiteX102" fmla="*/ 130578 w 1468058"/>
                  <a:gd name="connsiteY102" fmla="*/ 392373 h 765385"/>
                  <a:gd name="connsiteX103" fmla="*/ 103282 w 1468058"/>
                  <a:gd name="connsiteY103" fmla="*/ 406021 h 765385"/>
                  <a:gd name="connsiteX104" fmla="*/ 82810 w 1468058"/>
                  <a:gd name="connsiteY104" fmla="*/ 426492 h 765385"/>
                  <a:gd name="connsiteX105" fmla="*/ 69163 w 1468058"/>
                  <a:gd name="connsiteY105" fmla="*/ 440140 h 765385"/>
                  <a:gd name="connsiteX106" fmla="*/ 48691 w 1468058"/>
                  <a:gd name="connsiteY106" fmla="*/ 467436 h 765385"/>
                  <a:gd name="connsiteX107" fmla="*/ 45279 w 1468058"/>
                  <a:gd name="connsiteY107" fmla="*/ 484495 h 765385"/>
                  <a:gd name="connsiteX108" fmla="*/ 35043 w 1468058"/>
                  <a:gd name="connsiteY108" fmla="*/ 583442 h 765385"/>
                  <a:gd name="connsiteX109" fmla="*/ 31631 w 1468058"/>
                  <a:gd name="connsiteY109" fmla="*/ 593678 h 765385"/>
                  <a:gd name="connsiteX110" fmla="*/ 21395 w 1468058"/>
                  <a:gd name="connsiteY110" fmla="*/ 651681 h 765385"/>
                  <a:gd name="connsiteX111" fmla="*/ 7748 w 1468058"/>
                  <a:gd name="connsiteY111" fmla="*/ 668740 h 765385"/>
                  <a:gd name="connsiteX112" fmla="*/ 924 w 1468058"/>
                  <a:gd name="connsiteY112" fmla="*/ 706272 h 765385"/>
                  <a:gd name="connsiteX113" fmla="*/ 17983 w 1468058"/>
                  <a:gd name="connsiteY113" fmla="*/ 702860 h 765385"/>
                  <a:gd name="connsiteX114" fmla="*/ 28219 w 1468058"/>
                  <a:gd name="connsiteY114" fmla="*/ 689212 h 765385"/>
                  <a:gd name="connsiteX115" fmla="*/ 45279 w 1468058"/>
                  <a:gd name="connsiteY115" fmla="*/ 672152 h 765385"/>
                  <a:gd name="connsiteX116" fmla="*/ 48691 w 1468058"/>
                  <a:gd name="connsiteY116" fmla="*/ 661916 h 765385"/>
                  <a:gd name="connsiteX117" fmla="*/ 55515 w 1468058"/>
                  <a:gd name="connsiteY117" fmla="*/ 648269 h 765385"/>
                  <a:gd name="connsiteX118" fmla="*/ 58927 w 1468058"/>
                  <a:gd name="connsiteY118" fmla="*/ 624385 h 765385"/>
                  <a:gd name="connsiteX119" fmla="*/ 79398 w 1468058"/>
                  <a:gd name="connsiteY119" fmla="*/ 586854 h 765385"/>
                  <a:gd name="connsiteX120" fmla="*/ 89634 w 1468058"/>
                  <a:gd name="connsiteY120" fmla="*/ 580030 h 765385"/>
                  <a:gd name="connsiteX121" fmla="*/ 110106 w 1468058"/>
                  <a:gd name="connsiteY121" fmla="*/ 562970 h 765385"/>
                  <a:gd name="connsiteX122" fmla="*/ 116930 w 1468058"/>
                  <a:gd name="connsiteY122" fmla="*/ 552734 h 765385"/>
                  <a:gd name="connsiteX123" fmla="*/ 144225 w 1468058"/>
                  <a:gd name="connsiteY123" fmla="*/ 539087 h 765385"/>
                  <a:gd name="connsiteX124" fmla="*/ 164697 w 1468058"/>
                  <a:gd name="connsiteY124" fmla="*/ 525439 h 765385"/>
                  <a:gd name="connsiteX125" fmla="*/ 174933 w 1468058"/>
                  <a:gd name="connsiteY125" fmla="*/ 518615 h 765385"/>
                  <a:gd name="connsiteX126" fmla="*/ 188580 w 1468058"/>
                  <a:gd name="connsiteY126" fmla="*/ 511791 h 765385"/>
                  <a:gd name="connsiteX127" fmla="*/ 198816 w 1468058"/>
                  <a:gd name="connsiteY127" fmla="*/ 508379 h 765385"/>
                  <a:gd name="connsiteX128" fmla="*/ 219288 w 1468058"/>
                  <a:gd name="connsiteY128" fmla="*/ 494731 h 765385"/>
                  <a:gd name="connsiteX129" fmla="*/ 253407 w 1468058"/>
                  <a:gd name="connsiteY129" fmla="*/ 484495 h 765385"/>
                  <a:gd name="connsiteX130" fmla="*/ 321646 w 1468058"/>
                  <a:gd name="connsiteY130" fmla="*/ 481084 h 765385"/>
                  <a:gd name="connsiteX131" fmla="*/ 543422 w 1468058"/>
                  <a:gd name="connsiteY131" fmla="*/ 474260 h 765385"/>
                  <a:gd name="connsiteX132" fmla="*/ 577542 w 1468058"/>
                  <a:gd name="connsiteY132" fmla="*/ 467436 h 765385"/>
                  <a:gd name="connsiteX133" fmla="*/ 611661 w 1468058"/>
                  <a:gd name="connsiteY133" fmla="*/ 460612 h 765385"/>
                  <a:gd name="connsiteX134" fmla="*/ 635545 w 1468058"/>
                  <a:gd name="connsiteY134" fmla="*/ 453788 h 765385"/>
                  <a:gd name="connsiteX135" fmla="*/ 649192 w 1468058"/>
                  <a:gd name="connsiteY135" fmla="*/ 450376 h 765385"/>
                  <a:gd name="connsiteX136" fmla="*/ 669664 w 1468058"/>
                  <a:gd name="connsiteY136" fmla="*/ 443552 h 765385"/>
                  <a:gd name="connsiteX137" fmla="*/ 737903 w 1468058"/>
                  <a:gd name="connsiteY137" fmla="*/ 436728 h 765385"/>
                  <a:gd name="connsiteX138" fmla="*/ 761786 w 1468058"/>
                  <a:gd name="connsiteY138" fmla="*/ 429904 h 765385"/>
                  <a:gd name="connsiteX139" fmla="*/ 775434 w 1468058"/>
                  <a:gd name="connsiteY139" fmla="*/ 426492 h 765385"/>
                  <a:gd name="connsiteX140" fmla="*/ 758375 w 1468058"/>
                  <a:gd name="connsiteY140" fmla="*/ 467436 h 765385"/>
                  <a:gd name="connsiteX141" fmla="*/ 751551 w 1468058"/>
                  <a:gd name="connsiteY141" fmla="*/ 501555 h 765385"/>
                  <a:gd name="connsiteX142" fmla="*/ 748139 w 1468058"/>
                  <a:gd name="connsiteY142" fmla="*/ 511791 h 765385"/>
                  <a:gd name="connsiteX143" fmla="*/ 737903 w 1468058"/>
                  <a:gd name="connsiteY143" fmla="*/ 525439 h 765385"/>
                  <a:gd name="connsiteX144" fmla="*/ 731079 w 1468058"/>
                  <a:gd name="connsiteY144" fmla="*/ 542498 h 765385"/>
                  <a:gd name="connsiteX145" fmla="*/ 707195 w 1468058"/>
                  <a:gd name="connsiteY145" fmla="*/ 573206 h 765385"/>
                  <a:gd name="connsiteX146" fmla="*/ 693548 w 1468058"/>
                  <a:gd name="connsiteY146" fmla="*/ 586854 h 765385"/>
                  <a:gd name="connsiteX147" fmla="*/ 690136 w 1468058"/>
                  <a:gd name="connsiteY147" fmla="*/ 597089 h 765385"/>
                  <a:gd name="connsiteX148" fmla="*/ 679900 w 1468058"/>
                  <a:gd name="connsiteY148" fmla="*/ 603913 h 765385"/>
                  <a:gd name="connsiteX149" fmla="*/ 662840 w 1468058"/>
                  <a:gd name="connsiteY149" fmla="*/ 620973 h 765385"/>
                  <a:gd name="connsiteX150" fmla="*/ 642369 w 1468058"/>
                  <a:gd name="connsiteY150" fmla="*/ 651681 h 765385"/>
                  <a:gd name="connsiteX151" fmla="*/ 632133 w 1468058"/>
                  <a:gd name="connsiteY151" fmla="*/ 655092 h 765385"/>
                  <a:gd name="connsiteX152" fmla="*/ 601425 w 1468058"/>
                  <a:gd name="connsiteY152" fmla="*/ 689212 h 765385"/>
                  <a:gd name="connsiteX153" fmla="*/ 591189 w 1468058"/>
                  <a:gd name="connsiteY153" fmla="*/ 702860 h 765385"/>
                  <a:gd name="connsiteX154" fmla="*/ 567306 w 1468058"/>
                  <a:gd name="connsiteY154" fmla="*/ 716507 h 765385"/>
                  <a:gd name="connsiteX155" fmla="*/ 553658 w 1468058"/>
                  <a:gd name="connsiteY155" fmla="*/ 726743 h 765385"/>
                  <a:gd name="connsiteX156" fmla="*/ 540010 w 1468058"/>
                  <a:gd name="connsiteY156" fmla="*/ 733567 h 765385"/>
                  <a:gd name="connsiteX157" fmla="*/ 553658 w 1468058"/>
                  <a:gd name="connsiteY157" fmla="*/ 736979 h 765385"/>
                  <a:gd name="connsiteX158" fmla="*/ 577542 w 1468058"/>
                  <a:gd name="connsiteY158" fmla="*/ 730155 h 765385"/>
                  <a:gd name="connsiteX159" fmla="*/ 608249 w 1468058"/>
                  <a:gd name="connsiteY159" fmla="*/ 719919 h 765385"/>
                  <a:gd name="connsiteX160" fmla="*/ 628721 w 1468058"/>
                  <a:gd name="connsiteY160" fmla="*/ 702860 h 765385"/>
                  <a:gd name="connsiteX161" fmla="*/ 635545 w 1468058"/>
                  <a:gd name="connsiteY161" fmla="*/ 692624 h 765385"/>
                  <a:gd name="connsiteX162" fmla="*/ 676488 w 1468058"/>
                  <a:gd name="connsiteY162" fmla="*/ 658504 h 765385"/>
                  <a:gd name="connsiteX163" fmla="*/ 696960 w 1468058"/>
                  <a:gd name="connsiteY163" fmla="*/ 641445 h 765385"/>
                  <a:gd name="connsiteX164" fmla="*/ 717431 w 1468058"/>
                  <a:gd name="connsiteY164" fmla="*/ 627797 h 765385"/>
                  <a:gd name="connsiteX165" fmla="*/ 720843 w 1468058"/>
                  <a:gd name="connsiteY165" fmla="*/ 638033 h 765385"/>
                  <a:gd name="connsiteX166" fmla="*/ 727667 w 1468058"/>
                  <a:gd name="connsiteY166" fmla="*/ 661916 h 765385"/>
                  <a:gd name="connsiteX167" fmla="*/ 734491 w 1468058"/>
                  <a:gd name="connsiteY167" fmla="*/ 692624 h 765385"/>
                  <a:gd name="connsiteX168" fmla="*/ 741315 w 1468058"/>
                  <a:gd name="connsiteY168" fmla="*/ 702860 h 765385"/>
                  <a:gd name="connsiteX169" fmla="*/ 744727 w 1468058"/>
                  <a:gd name="connsiteY169" fmla="*/ 713095 h 765385"/>
                  <a:gd name="connsiteX170" fmla="*/ 758375 w 1468058"/>
                  <a:gd name="connsiteY170" fmla="*/ 723331 h 765385"/>
                  <a:gd name="connsiteX171" fmla="*/ 792494 w 1468058"/>
                  <a:gd name="connsiteY171" fmla="*/ 740391 h 765385"/>
                  <a:gd name="connsiteX172" fmla="*/ 806142 w 1468058"/>
                  <a:gd name="connsiteY172" fmla="*/ 747215 h 765385"/>
                  <a:gd name="connsiteX173" fmla="*/ 836849 w 1468058"/>
                  <a:gd name="connsiteY173" fmla="*/ 754039 h 765385"/>
                  <a:gd name="connsiteX174" fmla="*/ 850497 w 1468058"/>
                  <a:gd name="connsiteY174" fmla="*/ 760863 h 765385"/>
                  <a:gd name="connsiteX175" fmla="*/ 860733 w 1468058"/>
                  <a:gd name="connsiteY175" fmla="*/ 764275 h 765385"/>
                  <a:gd name="connsiteX176" fmla="*/ 857321 w 1468058"/>
                  <a:gd name="connsiteY176" fmla="*/ 740391 h 765385"/>
                  <a:gd name="connsiteX177" fmla="*/ 840261 w 1468058"/>
                  <a:gd name="connsiteY177" fmla="*/ 726743 h 765385"/>
                  <a:gd name="connsiteX178" fmla="*/ 819789 w 1468058"/>
                  <a:gd name="connsiteY178" fmla="*/ 706272 h 765385"/>
                  <a:gd name="connsiteX179" fmla="*/ 806142 w 1468058"/>
                  <a:gd name="connsiteY179" fmla="*/ 682388 h 765385"/>
                  <a:gd name="connsiteX180" fmla="*/ 795906 w 1468058"/>
                  <a:gd name="connsiteY180" fmla="*/ 675564 h 765385"/>
                  <a:gd name="connsiteX181" fmla="*/ 782258 w 1468058"/>
                  <a:gd name="connsiteY181" fmla="*/ 665328 h 765385"/>
                  <a:gd name="connsiteX182" fmla="*/ 768610 w 1468058"/>
                  <a:gd name="connsiteY182" fmla="*/ 641445 h 765385"/>
                  <a:gd name="connsiteX183" fmla="*/ 765198 w 1468058"/>
                  <a:gd name="connsiteY183" fmla="*/ 624385 h 765385"/>
                  <a:gd name="connsiteX184" fmla="*/ 768610 w 1468058"/>
                  <a:gd name="connsiteY184" fmla="*/ 569794 h 765385"/>
                  <a:gd name="connsiteX185" fmla="*/ 775434 w 1468058"/>
                  <a:gd name="connsiteY185" fmla="*/ 556146 h 765385"/>
                  <a:gd name="connsiteX186" fmla="*/ 778846 w 1468058"/>
                  <a:gd name="connsiteY186" fmla="*/ 545910 h 765385"/>
                  <a:gd name="connsiteX187" fmla="*/ 785670 w 1468058"/>
                  <a:gd name="connsiteY187" fmla="*/ 528851 h 765385"/>
                  <a:gd name="connsiteX188" fmla="*/ 792494 w 1468058"/>
                  <a:gd name="connsiteY188" fmla="*/ 515203 h 765385"/>
                  <a:gd name="connsiteX189" fmla="*/ 802730 w 1468058"/>
                  <a:gd name="connsiteY189" fmla="*/ 511791 h 765385"/>
                  <a:gd name="connsiteX190" fmla="*/ 812966 w 1468058"/>
                  <a:gd name="connsiteY190" fmla="*/ 494731 h 765385"/>
                  <a:gd name="connsiteX191" fmla="*/ 830025 w 1468058"/>
                  <a:gd name="connsiteY191" fmla="*/ 484495 h 765385"/>
                  <a:gd name="connsiteX192" fmla="*/ 847085 w 1468058"/>
                  <a:gd name="connsiteY192" fmla="*/ 470848 h 765385"/>
                  <a:gd name="connsiteX193" fmla="*/ 853909 w 1468058"/>
                  <a:gd name="connsiteY193" fmla="*/ 460612 h 765385"/>
                  <a:gd name="connsiteX194" fmla="*/ 867557 w 1468058"/>
                  <a:gd name="connsiteY194" fmla="*/ 453788 h 765385"/>
                  <a:gd name="connsiteX195" fmla="*/ 891440 w 1468058"/>
                  <a:gd name="connsiteY195" fmla="*/ 443552 h 765385"/>
                  <a:gd name="connsiteX196" fmla="*/ 905088 w 1468058"/>
                  <a:gd name="connsiteY196" fmla="*/ 433316 h 765385"/>
                  <a:gd name="connsiteX197" fmla="*/ 915324 w 1468058"/>
                  <a:gd name="connsiteY197" fmla="*/ 429904 h 765385"/>
                  <a:gd name="connsiteX198" fmla="*/ 946031 w 1468058"/>
                  <a:gd name="connsiteY198" fmla="*/ 423081 h 765385"/>
                  <a:gd name="connsiteX199" fmla="*/ 969915 w 1468058"/>
                  <a:gd name="connsiteY199" fmla="*/ 416257 h 765385"/>
                  <a:gd name="connsiteX200" fmla="*/ 990386 w 1468058"/>
                  <a:gd name="connsiteY200" fmla="*/ 412845 h 765385"/>
                  <a:gd name="connsiteX201" fmla="*/ 1017682 w 1468058"/>
                  <a:gd name="connsiteY201" fmla="*/ 399197 h 765385"/>
                  <a:gd name="connsiteX202" fmla="*/ 1031330 w 1468058"/>
                  <a:gd name="connsiteY202" fmla="*/ 395785 h 765385"/>
                  <a:gd name="connsiteX203" fmla="*/ 1055213 w 1468058"/>
                  <a:gd name="connsiteY203" fmla="*/ 385549 h 765385"/>
                  <a:gd name="connsiteX204" fmla="*/ 1096157 w 1468058"/>
                  <a:gd name="connsiteY204" fmla="*/ 378725 h 765385"/>
                  <a:gd name="connsiteX205" fmla="*/ 1116628 w 1468058"/>
                  <a:gd name="connsiteY205" fmla="*/ 371901 h 765385"/>
                  <a:gd name="connsiteX206" fmla="*/ 1140512 w 1468058"/>
                  <a:gd name="connsiteY206" fmla="*/ 361666 h 765385"/>
                  <a:gd name="connsiteX207" fmla="*/ 1195103 w 1468058"/>
                  <a:gd name="connsiteY207" fmla="*/ 348018 h 765385"/>
                  <a:gd name="connsiteX208" fmla="*/ 1229222 w 1468058"/>
                  <a:gd name="connsiteY208" fmla="*/ 334370 h 765385"/>
                  <a:gd name="connsiteX209" fmla="*/ 1256518 w 1468058"/>
                  <a:gd name="connsiteY209" fmla="*/ 327546 h 765385"/>
                  <a:gd name="connsiteX210" fmla="*/ 1276989 w 1468058"/>
                  <a:gd name="connsiteY210" fmla="*/ 317310 h 765385"/>
                  <a:gd name="connsiteX211" fmla="*/ 1287225 w 1468058"/>
                  <a:gd name="connsiteY211" fmla="*/ 307075 h 765385"/>
                  <a:gd name="connsiteX212" fmla="*/ 1307697 w 1468058"/>
                  <a:gd name="connsiteY212" fmla="*/ 300251 h 765385"/>
                  <a:gd name="connsiteX213" fmla="*/ 1328169 w 1468058"/>
                  <a:gd name="connsiteY213" fmla="*/ 293427 h 765385"/>
                  <a:gd name="connsiteX214" fmla="*/ 1352052 w 1468058"/>
                  <a:gd name="connsiteY214" fmla="*/ 283191 h 765385"/>
                  <a:gd name="connsiteX215" fmla="*/ 1379348 w 1468058"/>
                  <a:gd name="connsiteY215" fmla="*/ 279779 h 765385"/>
                  <a:gd name="connsiteX216" fmla="*/ 1392995 w 1468058"/>
                  <a:gd name="connsiteY216" fmla="*/ 276367 h 765385"/>
                  <a:gd name="connsiteX217" fmla="*/ 1468058 w 1468058"/>
                  <a:gd name="connsiteY217" fmla="*/ 272955 h 765385"/>
                  <a:gd name="connsiteX218" fmla="*/ 1181455 w 1468058"/>
                  <a:gd name="connsiteY218" fmla="*/ 0 h 7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</a:cxnLst>
                <a:rect l="l" t="t" r="r" b="b"/>
                <a:pathLst>
                  <a:path w="1468058" h="765385">
                    <a:moveTo>
                      <a:pt x="1181455" y="0"/>
                    </a:moveTo>
                    <a:lnTo>
                      <a:pt x="1181455" y="0"/>
                    </a:lnTo>
                    <a:cubicBezTo>
                      <a:pt x="1182592" y="10236"/>
                      <a:pt x="1183411" y="20512"/>
                      <a:pt x="1184867" y="30707"/>
                    </a:cubicBezTo>
                    <a:cubicBezTo>
                      <a:pt x="1185687" y="36448"/>
                      <a:pt x="1188279" y="41968"/>
                      <a:pt x="1188279" y="47767"/>
                    </a:cubicBezTo>
                    <a:cubicBezTo>
                      <a:pt x="1188279" y="72814"/>
                      <a:pt x="1186864" y="97863"/>
                      <a:pt x="1184867" y="122830"/>
                    </a:cubicBezTo>
                    <a:cubicBezTo>
                      <a:pt x="1184580" y="126415"/>
                      <a:pt x="1183702" y="130258"/>
                      <a:pt x="1181455" y="133066"/>
                    </a:cubicBezTo>
                    <a:cubicBezTo>
                      <a:pt x="1178893" y="136268"/>
                      <a:pt x="1174631" y="137615"/>
                      <a:pt x="1171219" y="139889"/>
                    </a:cubicBezTo>
                    <a:cubicBezTo>
                      <a:pt x="1167807" y="145576"/>
                      <a:pt x="1163949" y="151017"/>
                      <a:pt x="1160983" y="156949"/>
                    </a:cubicBezTo>
                    <a:cubicBezTo>
                      <a:pt x="1159375" y="160166"/>
                      <a:pt x="1159819" y="164377"/>
                      <a:pt x="1157572" y="167185"/>
                    </a:cubicBezTo>
                    <a:cubicBezTo>
                      <a:pt x="1135897" y="194280"/>
                      <a:pt x="1137223" y="186709"/>
                      <a:pt x="1113216" y="204716"/>
                    </a:cubicBezTo>
                    <a:cubicBezTo>
                      <a:pt x="1108667" y="208128"/>
                      <a:pt x="1103590" y="210931"/>
                      <a:pt x="1099569" y="214952"/>
                    </a:cubicBezTo>
                    <a:cubicBezTo>
                      <a:pt x="1096669" y="217852"/>
                      <a:pt x="1095947" y="222626"/>
                      <a:pt x="1092745" y="225188"/>
                    </a:cubicBezTo>
                    <a:cubicBezTo>
                      <a:pt x="1089937" y="227435"/>
                      <a:pt x="1085726" y="226992"/>
                      <a:pt x="1082509" y="228600"/>
                    </a:cubicBezTo>
                    <a:cubicBezTo>
                      <a:pt x="1056052" y="241829"/>
                      <a:pt x="1087765" y="230260"/>
                      <a:pt x="1062037" y="238836"/>
                    </a:cubicBezTo>
                    <a:cubicBezTo>
                      <a:pt x="1059762" y="242248"/>
                      <a:pt x="1058113" y="246172"/>
                      <a:pt x="1055213" y="249072"/>
                    </a:cubicBezTo>
                    <a:cubicBezTo>
                      <a:pt x="1047360" y="256925"/>
                      <a:pt x="1041769" y="256697"/>
                      <a:pt x="1031330" y="259307"/>
                    </a:cubicBezTo>
                    <a:lnTo>
                      <a:pt x="1010858" y="272955"/>
                    </a:lnTo>
                    <a:cubicBezTo>
                      <a:pt x="1002375" y="278611"/>
                      <a:pt x="996867" y="282893"/>
                      <a:pt x="986975" y="286603"/>
                    </a:cubicBezTo>
                    <a:cubicBezTo>
                      <a:pt x="982584" y="288250"/>
                      <a:pt x="977876" y="288878"/>
                      <a:pt x="973327" y="290015"/>
                    </a:cubicBezTo>
                    <a:cubicBezTo>
                      <a:pt x="969915" y="293427"/>
                      <a:pt x="967281" y="297857"/>
                      <a:pt x="963091" y="300251"/>
                    </a:cubicBezTo>
                    <a:cubicBezTo>
                      <a:pt x="959020" y="302578"/>
                      <a:pt x="953834" y="302016"/>
                      <a:pt x="949443" y="303663"/>
                    </a:cubicBezTo>
                    <a:cubicBezTo>
                      <a:pt x="944681" y="305449"/>
                      <a:pt x="940211" y="307964"/>
                      <a:pt x="935795" y="310487"/>
                    </a:cubicBezTo>
                    <a:cubicBezTo>
                      <a:pt x="932235" y="312521"/>
                      <a:pt x="929450" y="316013"/>
                      <a:pt x="925560" y="317310"/>
                    </a:cubicBezTo>
                    <a:cubicBezTo>
                      <a:pt x="918997" y="319498"/>
                      <a:pt x="911773" y="318939"/>
                      <a:pt x="905088" y="320722"/>
                    </a:cubicBezTo>
                    <a:cubicBezTo>
                      <a:pt x="894663" y="323502"/>
                      <a:pt x="884960" y="328842"/>
                      <a:pt x="874380" y="330958"/>
                    </a:cubicBezTo>
                    <a:cubicBezTo>
                      <a:pt x="868694" y="332095"/>
                      <a:pt x="862875" y="332704"/>
                      <a:pt x="857321" y="334370"/>
                    </a:cubicBezTo>
                    <a:cubicBezTo>
                      <a:pt x="851455" y="336130"/>
                      <a:pt x="846311" y="340239"/>
                      <a:pt x="840261" y="341194"/>
                    </a:cubicBezTo>
                    <a:cubicBezTo>
                      <a:pt x="824493" y="343684"/>
                      <a:pt x="808416" y="343469"/>
                      <a:pt x="792494" y="344606"/>
                    </a:cubicBezTo>
                    <a:cubicBezTo>
                      <a:pt x="783266" y="346144"/>
                      <a:pt x="756580" y="350755"/>
                      <a:pt x="748139" y="351430"/>
                    </a:cubicBezTo>
                    <a:cubicBezTo>
                      <a:pt x="727701" y="353065"/>
                      <a:pt x="707196" y="353705"/>
                      <a:pt x="686724" y="354842"/>
                    </a:cubicBezTo>
                    <a:cubicBezTo>
                      <a:pt x="653742" y="353705"/>
                      <a:pt x="620719" y="353426"/>
                      <a:pt x="587778" y="351430"/>
                    </a:cubicBezTo>
                    <a:cubicBezTo>
                      <a:pt x="583097" y="351146"/>
                      <a:pt x="578772" y="348681"/>
                      <a:pt x="574130" y="348018"/>
                    </a:cubicBezTo>
                    <a:cubicBezTo>
                      <a:pt x="562815" y="346402"/>
                      <a:pt x="551383" y="345743"/>
                      <a:pt x="540010" y="344606"/>
                    </a:cubicBezTo>
                    <a:cubicBezTo>
                      <a:pt x="533186" y="341194"/>
                      <a:pt x="526724" y="336936"/>
                      <a:pt x="519539" y="334370"/>
                    </a:cubicBezTo>
                    <a:cubicBezTo>
                      <a:pt x="510707" y="331216"/>
                      <a:pt x="492243" y="327546"/>
                      <a:pt x="492243" y="327546"/>
                    </a:cubicBezTo>
                    <a:cubicBezTo>
                      <a:pt x="485419" y="322997"/>
                      <a:pt x="478333" y="318818"/>
                      <a:pt x="471772" y="313898"/>
                    </a:cubicBezTo>
                    <a:cubicBezTo>
                      <a:pt x="467223" y="310486"/>
                      <a:pt x="462783" y="306924"/>
                      <a:pt x="458124" y="303663"/>
                    </a:cubicBezTo>
                    <a:cubicBezTo>
                      <a:pt x="443988" y="293768"/>
                      <a:pt x="434282" y="290070"/>
                      <a:pt x="424004" y="276367"/>
                    </a:cubicBezTo>
                    <a:cubicBezTo>
                      <a:pt x="400314" y="244781"/>
                      <a:pt x="445592" y="284227"/>
                      <a:pt x="396709" y="238836"/>
                    </a:cubicBezTo>
                    <a:cubicBezTo>
                      <a:pt x="388375" y="231097"/>
                      <a:pt x="378512" y="225188"/>
                      <a:pt x="369413" y="218364"/>
                    </a:cubicBezTo>
                    <a:cubicBezTo>
                      <a:pt x="364864" y="214952"/>
                      <a:pt x="359787" y="212149"/>
                      <a:pt x="355766" y="208128"/>
                    </a:cubicBezTo>
                    <a:cubicBezTo>
                      <a:pt x="352354" y="204716"/>
                      <a:pt x="349390" y="200787"/>
                      <a:pt x="345530" y="197892"/>
                    </a:cubicBezTo>
                    <a:cubicBezTo>
                      <a:pt x="335688" y="190511"/>
                      <a:pt x="325058" y="184245"/>
                      <a:pt x="314822" y="177421"/>
                    </a:cubicBezTo>
                    <a:cubicBezTo>
                      <a:pt x="311410" y="175146"/>
                      <a:pt x="307486" y="173497"/>
                      <a:pt x="304586" y="170597"/>
                    </a:cubicBezTo>
                    <a:cubicBezTo>
                      <a:pt x="280519" y="146528"/>
                      <a:pt x="292747" y="154441"/>
                      <a:pt x="270467" y="143301"/>
                    </a:cubicBezTo>
                    <a:cubicBezTo>
                      <a:pt x="261368" y="116007"/>
                      <a:pt x="275017" y="147852"/>
                      <a:pt x="256819" y="129654"/>
                    </a:cubicBezTo>
                    <a:cubicBezTo>
                      <a:pt x="254276" y="127111"/>
                      <a:pt x="255402" y="122411"/>
                      <a:pt x="253407" y="119418"/>
                    </a:cubicBezTo>
                    <a:cubicBezTo>
                      <a:pt x="250731" y="115403"/>
                      <a:pt x="246349" y="112813"/>
                      <a:pt x="243172" y="109182"/>
                    </a:cubicBezTo>
                    <a:cubicBezTo>
                      <a:pt x="238377" y="103701"/>
                      <a:pt x="234073" y="97809"/>
                      <a:pt x="229524" y="92122"/>
                    </a:cubicBezTo>
                    <a:cubicBezTo>
                      <a:pt x="222038" y="62180"/>
                      <a:pt x="232707" y="91848"/>
                      <a:pt x="215876" y="71651"/>
                    </a:cubicBezTo>
                    <a:cubicBezTo>
                      <a:pt x="212620" y="67744"/>
                      <a:pt x="211669" y="62364"/>
                      <a:pt x="209052" y="58003"/>
                    </a:cubicBezTo>
                    <a:cubicBezTo>
                      <a:pt x="204832" y="50970"/>
                      <a:pt x="199953" y="44355"/>
                      <a:pt x="195404" y="37531"/>
                    </a:cubicBezTo>
                    <a:cubicBezTo>
                      <a:pt x="190855" y="40943"/>
                      <a:pt x="185062" y="43140"/>
                      <a:pt x="181757" y="47767"/>
                    </a:cubicBezTo>
                    <a:cubicBezTo>
                      <a:pt x="179031" y="51583"/>
                      <a:pt x="178345" y="56726"/>
                      <a:pt x="178345" y="61415"/>
                    </a:cubicBezTo>
                    <a:cubicBezTo>
                      <a:pt x="178345" y="74596"/>
                      <a:pt x="183176" y="93610"/>
                      <a:pt x="188580" y="105770"/>
                    </a:cubicBezTo>
                    <a:cubicBezTo>
                      <a:pt x="190245" y="109517"/>
                      <a:pt x="193129" y="112594"/>
                      <a:pt x="195404" y="116006"/>
                    </a:cubicBezTo>
                    <a:cubicBezTo>
                      <a:pt x="198152" y="126997"/>
                      <a:pt x="198777" y="133693"/>
                      <a:pt x="205640" y="143301"/>
                    </a:cubicBezTo>
                    <a:cubicBezTo>
                      <a:pt x="208445" y="147227"/>
                      <a:pt x="212464" y="150125"/>
                      <a:pt x="215876" y="153537"/>
                    </a:cubicBezTo>
                    <a:cubicBezTo>
                      <a:pt x="219318" y="167305"/>
                      <a:pt x="219107" y="172092"/>
                      <a:pt x="229524" y="184245"/>
                    </a:cubicBezTo>
                    <a:cubicBezTo>
                      <a:pt x="232193" y="187358"/>
                      <a:pt x="236348" y="188794"/>
                      <a:pt x="239760" y="191069"/>
                    </a:cubicBezTo>
                    <a:cubicBezTo>
                      <a:pt x="247438" y="214100"/>
                      <a:pt x="236390" y="187136"/>
                      <a:pt x="260231" y="214952"/>
                    </a:cubicBezTo>
                    <a:cubicBezTo>
                      <a:pt x="274788" y="231936"/>
                      <a:pt x="250223" y="220715"/>
                      <a:pt x="273879" y="228600"/>
                    </a:cubicBezTo>
                    <a:lnTo>
                      <a:pt x="243172" y="218364"/>
                    </a:lnTo>
                    <a:cubicBezTo>
                      <a:pt x="222372" y="211431"/>
                      <a:pt x="228576" y="214321"/>
                      <a:pt x="198816" y="194481"/>
                    </a:cubicBezTo>
                    <a:cubicBezTo>
                      <a:pt x="195404" y="192206"/>
                      <a:pt x="192420" y="189097"/>
                      <a:pt x="188580" y="187657"/>
                    </a:cubicBezTo>
                    <a:cubicBezTo>
                      <a:pt x="183150" y="185621"/>
                      <a:pt x="177207" y="185382"/>
                      <a:pt x="171521" y="184245"/>
                    </a:cubicBezTo>
                    <a:cubicBezTo>
                      <a:pt x="164942" y="180298"/>
                      <a:pt x="138320" y="164692"/>
                      <a:pt x="133989" y="160361"/>
                    </a:cubicBezTo>
                    <a:cubicBezTo>
                      <a:pt x="121211" y="147582"/>
                      <a:pt x="128331" y="151651"/>
                      <a:pt x="113518" y="146713"/>
                    </a:cubicBezTo>
                    <a:cubicBezTo>
                      <a:pt x="104419" y="137615"/>
                      <a:pt x="93942" y="129712"/>
                      <a:pt x="86222" y="119418"/>
                    </a:cubicBezTo>
                    <a:cubicBezTo>
                      <a:pt x="82810" y="114869"/>
                      <a:pt x="79000" y="110592"/>
                      <a:pt x="75986" y="105770"/>
                    </a:cubicBezTo>
                    <a:cubicBezTo>
                      <a:pt x="66301" y="90273"/>
                      <a:pt x="72741" y="90779"/>
                      <a:pt x="55515" y="78475"/>
                    </a:cubicBezTo>
                    <a:cubicBezTo>
                      <a:pt x="52588" y="76385"/>
                      <a:pt x="48691" y="76200"/>
                      <a:pt x="45279" y="75063"/>
                    </a:cubicBezTo>
                    <a:cubicBezTo>
                      <a:pt x="41867" y="71651"/>
                      <a:pt x="38750" y="67916"/>
                      <a:pt x="35043" y="64827"/>
                    </a:cubicBezTo>
                    <a:cubicBezTo>
                      <a:pt x="31893" y="62202"/>
                      <a:pt x="25697" y="54000"/>
                      <a:pt x="24807" y="58003"/>
                    </a:cubicBezTo>
                    <a:cubicBezTo>
                      <a:pt x="17809" y="89493"/>
                      <a:pt x="23503" y="90818"/>
                      <a:pt x="38455" y="105770"/>
                    </a:cubicBezTo>
                    <a:cubicBezTo>
                      <a:pt x="45356" y="133374"/>
                      <a:pt x="35557" y="106371"/>
                      <a:pt x="55515" y="129654"/>
                    </a:cubicBezTo>
                    <a:cubicBezTo>
                      <a:pt x="58825" y="133516"/>
                      <a:pt x="59816" y="138885"/>
                      <a:pt x="62339" y="143301"/>
                    </a:cubicBezTo>
                    <a:cubicBezTo>
                      <a:pt x="66932" y="151339"/>
                      <a:pt x="74170" y="159866"/>
                      <a:pt x="79398" y="167185"/>
                    </a:cubicBezTo>
                    <a:cubicBezTo>
                      <a:pt x="81781" y="170522"/>
                      <a:pt x="83322" y="174521"/>
                      <a:pt x="86222" y="177421"/>
                    </a:cubicBezTo>
                    <a:cubicBezTo>
                      <a:pt x="89122" y="180321"/>
                      <a:pt x="93046" y="181970"/>
                      <a:pt x="96458" y="184245"/>
                    </a:cubicBezTo>
                    <a:cubicBezTo>
                      <a:pt x="101900" y="192408"/>
                      <a:pt x="105158" y="198745"/>
                      <a:pt x="113518" y="204716"/>
                    </a:cubicBezTo>
                    <a:cubicBezTo>
                      <a:pt x="117657" y="207672"/>
                      <a:pt x="122750" y="209016"/>
                      <a:pt x="127166" y="211540"/>
                    </a:cubicBezTo>
                    <a:cubicBezTo>
                      <a:pt x="130726" y="213574"/>
                      <a:pt x="134064" y="215981"/>
                      <a:pt x="137401" y="218364"/>
                    </a:cubicBezTo>
                    <a:cubicBezTo>
                      <a:pt x="142028" y="221669"/>
                      <a:pt x="146731" y="224899"/>
                      <a:pt x="151049" y="228600"/>
                    </a:cubicBezTo>
                    <a:cubicBezTo>
                      <a:pt x="154713" y="231740"/>
                      <a:pt x="157358" y="236031"/>
                      <a:pt x="161285" y="238836"/>
                    </a:cubicBezTo>
                    <a:cubicBezTo>
                      <a:pt x="165424" y="241792"/>
                      <a:pt x="170517" y="243136"/>
                      <a:pt x="174933" y="245660"/>
                    </a:cubicBezTo>
                    <a:cubicBezTo>
                      <a:pt x="178493" y="247695"/>
                      <a:pt x="181400" y="250869"/>
                      <a:pt x="185169" y="252484"/>
                    </a:cubicBezTo>
                    <a:cubicBezTo>
                      <a:pt x="189479" y="254331"/>
                      <a:pt x="194325" y="254548"/>
                      <a:pt x="198816" y="255895"/>
                    </a:cubicBezTo>
                    <a:cubicBezTo>
                      <a:pt x="205007" y="257752"/>
                      <a:pt x="229717" y="265926"/>
                      <a:pt x="236348" y="269543"/>
                    </a:cubicBezTo>
                    <a:cubicBezTo>
                      <a:pt x="265996" y="285715"/>
                      <a:pt x="246417" y="279708"/>
                      <a:pt x="270467" y="290015"/>
                    </a:cubicBezTo>
                    <a:cubicBezTo>
                      <a:pt x="273773" y="291432"/>
                      <a:pt x="277335" y="292164"/>
                      <a:pt x="280703" y="293427"/>
                    </a:cubicBezTo>
                    <a:cubicBezTo>
                      <a:pt x="286438" y="295578"/>
                      <a:pt x="292028" y="298100"/>
                      <a:pt x="297763" y="300251"/>
                    </a:cubicBezTo>
                    <a:cubicBezTo>
                      <a:pt x="301130" y="301514"/>
                      <a:pt x="304832" y="301958"/>
                      <a:pt x="307998" y="303663"/>
                    </a:cubicBezTo>
                    <a:cubicBezTo>
                      <a:pt x="338407" y="320037"/>
                      <a:pt x="331378" y="321553"/>
                      <a:pt x="352354" y="327546"/>
                    </a:cubicBezTo>
                    <a:cubicBezTo>
                      <a:pt x="356863" y="328834"/>
                      <a:pt x="361452" y="329821"/>
                      <a:pt x="366001" y="330958"/>
                    </a:cubicBezTo>
                    <a:cubicBezTo>
                      <a:pt x="370550" y="334370"/>
                      <a:pt x="375628" y="337173"/>
                      <a:pt x="379649" y="341194"/>
                    </a:cubicBezTo>
                    <a:cubicBezTo>
                      <a:pt x="395082" y="356627"/>
                      <a:pt x="376782" y="348200"/>
                      <a:pt x="396709" y="354842"/>
                    </a:cubicBezTo>
                    <a:cubicBezTo>
                      <a:pt x="393297" y="357117"/>
                      <a:pt x="390313" y="360226"/>
                      <a:pt x="386473" y="361666"/>
                    </a:cubicBezTo>
                    <a:cubicBezTo>
                      <a:pt x="362176" y="370777"/>
                      <a:pt x="300390" y="361941"/>
                      <a:pt x="294351" y="361666"/>
                    </a:cubicBezTo>
                    <a:cubicBezTo>
                      <a:pt x="262858" y="363634"/>
                      <a:pt x="227115" y="365607"/>
                      <a:pt x="195404" y="368489"/>
                    </a:cubicBezTo>
                    <a:cubicBezTo>
                      <a:pt x="185148" y="369421"/>
                      <a:pt x="174933" y="370764"/>
                      <a:pt x="164697" y="371901"/>
                    </a:cubicBezTo>
                    <a:cubicBezTo>
                      <a:pt x="156736" y="375313"/>
                      <a:pt x="148240" y="377681"/>
                      <a:pt x="140813" y="382137"/>
                    </a:cubicBezTo>
                    <a:cubicBezTo>
                      <a:pt x="136676" y="384620"/>
                      <a:pt x="134649" y="389782"/>
                      <a:pt x="130578" y="392373"/>
                    </a:cubicBezTo>
                    <a:cubicBezTo>
                      <a:pt x="121996" y="397835"/>
                      <a:pt x="111420" y="399917"/>
                      <a:pt x="103282" y="406021"/>
                    </a:cubicBezTo>
                    <a:cubicBezTo>
                      <a:pt x="75288" y="427017"/>
                      <a:pt x="100768" y="405541"/>
                      <a:pt x="82810" y="426492"/>
                    </a:cubicBezTo>
                    <a:cubicBezTo>
                      <a:pt x="78623" y="431377"/>
                      <a:pt x="73437" y="435331"/>
                      <a:pt x="69163" y="440140"/>
                    </a:cubicBezTo>
                    <a:cubicBezTo>
                      <a:pt x="58355" y="452299"/>
                      <a:pt x="56513" y="455703"/>
                      <a:pt x="48691" y="467436"/>
                    </a:cubicBezTo>
                    <a:cubicBezTo>
                      <a:pt x="47554" y="473122"/>
                      <a:pt x="45919" y="478732"/>
                      <a:pt x="45279" y="484495"/>
                    </a:cubicBezTo>
                    <a:cubicBezTo>
                      <a:pt x="37611" y="553509"/>
                      <a:pt x="47231" y="506255"/>
                      <a:pt x="35043" y="583442"/>
                    </a:cubicBezTo>
                    <a:cubicBezTo>
                      <a:pt x="34482" y="586995"/>
                      <a:pt x="32768" y="590266"/>
                      <a:pt x="31631" y="593678"/>
                    </a:cubicBezTo>
                    <a:cubicBezTo>
                      <a:pt x="29930" y="608990"/>
                      <a:pt x="28216" y="636902"/>
                      <a:pt x="21395" y="651681"/>
                    </a:cubicBezTo>
                    <a:cubicBezTo>
                      <a:pt x="18343" y="658293"/>
                      <a:pt x="12297" y="663054"/>
                      <a:pt x="7748" y="668740"/>
                    </a:cubicBezTo>
                    <a:cubicBezTo>
                      <a:pt x="5473" y="681251"/>
                      <a:pt x="-2730" y="694092"/>
                      <a:pt x="924" y="706272"/>
                    </a:cubicBezTo>
                    <a:cubicBezTo>
                      <a:pt x="2590" y="711826"/>
                      <a:pt x="13066" y="705934"/>
                      <a:pt x="17983" y="702860"/>
                    </a:cubicBezTo>
                    <a:cubicBezTo>
                      <a:pt x="22805" y="699846"/>
                      <a:pt x="24441" y="693462"/>
                      <a:pt x="28219" y="689212"/>
                    </a:cubicBezTo>
                    <a:cubicBezTo>
                      <a:pt x="33562" y="683201"/>
                      <a:pt x="39592" y="677839"/>
                      <a:pt x="45279" y="672152"/>
                    </a:cubicBezTo>
                    <a:cubicBezTo>
                      <a:pt x="46416" y="668740"/>
                      <a:pt x="47274" y="665222"/>
                      <a:pt x="48691" y="661916"/>
                    </a:cubicBezTo>
                    <a:cubicBezTo>
                      <a:pt x="50695" y="657241"/>
                      <a:pt x="54177" y="653176"/>
                      <a:pt x="55515" y="648269"/>
                    </a:cubicBezTo>
                    <a:cubicBezTo>
                      <a:pt x="57631" y="640510"/>
                      <a:pt x="56384" y="632014"/>
                      <a:pt x="58927" y="624385"/>
                    </a:cubicBezTo>
                    <a:cubicBezTo>
                      <a:pt x="58935" y="624361"/>
                      <a:pt x="73169" y="593083"/>
                      <a:pt x="79398" y="586854"/>
                    </a:cubicBezTo>
                    <a:cubicBezTo>
                      <a:pt x="82298" y="583954"/>
                      <a:pt x="86734" y="582930"/>
                      <a:pt x="89634" y="580030"/>
                    </a:cubicBezTo>
                    <a:cubicBezTo>
                      <a:pt x="108225" y="561439"/>
                      <a:pt x="90556" y="569487"/>
                      <a:pt x="110106" y="562970"/>
                    </a:cubicBezTo>
                    <a:cubicBezTo>
                      <a:pt x="112381" y="559558"/>
                      <a:pt x="114030" y="555634"/>
                      <a:pt x="116930" y="552734"/>
                    </a:cubicBezTo>
                    <a:cubicBezTo>
                      <a:pt x="125490" y="544174"/>
                      <a:pt x="133471" y="544952"/>
                      <a:pt x="144225" y="539087"/>
                    </a:cubicBezTo>
                    <a:cubicBezTo>
                      <a:pt x="151425" y="535160"/>
                      <a:pt x="157873" y="529988"/>
                      <a:pt x="164697" y="525439"/>
                    </a:cubicBezTo>
                    <a:cubicBezTo>
                      <a:pt x="168109" y="523164"/>
                      <a:pt x="171265" y="520449"/>
                      <a:pt x="174933" y="518615"/>
                    </a:cubicBezTo>
                    <a:cubicBezTo>
                      <a:pt x="179482" y="516340"/>
                      <a:pt x="183905" y="513795"/>
                      <a:pt x="188580" y="511791"/>
                    </a:cubicBezTo>
                    <a:cubicBezTo>
                      <a:pt x="191886" y="510374"/>
                      <a:pt x="195672" y="510126"/>
                      <a:pt x="198816" y="508379"/>
                    </a:cubicBezTo>
                    <a:cubicBezTo>
                      <a:pt x="205985" y="504396"/>
                      <a:pt x="211507" y="497325"/>
                      <a:pt x="219288" y="494731"/>
                    </a:cubicBezTo>
                    <a:cubicBezTo>
                      <a:pt x="223112" y="493456"/>
                      <a:pt x="246534" y="485068"/>
                      <a:pt x="253407" y="484495"/>
                    </a:cubicBezTo>
                    <a:cubicBezTo>
                      <a:pt x="276103" y="482604"/>
                      <a:pt x="298900" y="482221"/>
                      <a:pt x="321646" y="481084"/>
                    </a:cubicBezTo>
                    <a:cubicBezTo>
                      <a:pt x="407066" y="464000"/>
                      <a:pt x="315991" y="481152"/>
                      <a:pt x="543422" y="474260"/>
                    </a:cubicBezTo>
                    <a:cubicBezTo>
                      <a:pt x="555748" y="473886"/>
                      <a:pt x="565839" y="469944"/>
                      <a:pt x="577542" y="467436"/>
                    </a:cubicBezTo>
                    <a:cubicBezTo>
                      <a:pt x="588883" y="465006"/>
                      <a:pt x="600409" y="463425"/>
                      <a:pt x="611661" y="460612"/>
                    </a:cubicBezTo>
                    <a:cubicBezTo>
                      <a:pt x="654312" y="449949"/>
                      <a:pt x="601292" y="463575"/>
                      <a:pt x="635545" y="453788"/>
                    </a:cubicBezTo>
                    <a:cubicBezTo>
                      <a:pt x="640054" y="452500"/>
                      <a:pt x="644701" y="451723"/>
                      <a:pt x="649192" y="450376"/>
                    </a:cubicBezTo>
                    <a:cubicBezTo>
                      <a:pt x="656082" y="448309"/>
                      <a:pt x="662500" y="444203"/>
                      <a:pt x="669664" y="443552"/>
                    </a:cubicBezTo>
                    <a:cubicBezTo>
                      <a:pt x="717452" y="439208"/>
                      <a:pt x="694710" y="441527"/>
                      <a:pt x="737903" y="436728"/>
                    </a:cubicBezTo>
                    <a:cubicBezTo>
                      <a:pt x="780571" y="426061"/>
                      <a:pt x="727522" y="439694"/>
                      <a:pt x="761786" y="429904"/>
                    </a:cubicBezTo>
                    <a:cubicBezTo>
                      <a:pt x="766295" y="428616"/>
                      <a:pt x="770885" y="427629"/>
                      <a:pt x="775434" y="426492"/>
                    </a:cubicBezTo>
                    <a:cubicBezTo>
                      <a:pt x="763936" y="449489"/>
                      <a:pt x="762295" y="447834"/>
                      <a:pt x="758375" y="467436"/>
                    </a:cubicBezTo>
                    <a:cubicBezTo>
                      <a:pt x="753909" y="489770"/>
                      <a:pt x="756833" y="483069"/>
                      <a:pt x="751551" y="501555"/>
                    </a:cubicBezTo>
                    <a:cubicBezTo>
                      <a:pt x="750563" y="505013"/>
                      <a:pt x="749923" y="508668"/>
                      <a:pt x="748139" y="511791"/>
                    </a:cubicBezTo>
                    <a:cubicBezTo>
                      <a:pt x="745318" y="516728"/>
                      <a:pt x="740665" y="520468"/>
                      <a:pt x="737903" y="525439"/>
                    </a:cubicBezTo>
                    <a:cubicBezTo>
                      <a:pt x="734929" y="530793"/>
                      <a:pt x="734391" y="537346"/>
                      <a:pt x="731079" y="542498"/>
                    </a:cubicBezTo>
                    <a:cubicBezTo>
                      <a:pt x="724067" y="553406"/>
                      <a:pt x="707195" y="573206"/>
                      <a:pt x="707195" y="573206"/>
                    </a:cubicBezTo>
                    <a:cubicBezTo>
                      <a:pt x="698097" y="600501"/>
                      <a:pt x="711744" y="568658"/>
                      <a:pt x="693548" y="586854"/>
                    </a:cubicBezTo>
                    <a:cubicBezTo>
                      <a:pt x="691005" y="589397"/>
                      <a:pt x="692383" y="594281"/>
                      <a:pt x="690136" y="597089"/>
                    </a:cubicBezTo>
                    <a:cubicBezTo>
                      <a:pt x="687574" y="600291"/>
                      <a:pt x="682986" y="601213"/>
                      <a:pt x="679900" y="603913"/>
                    </a:cubicBezTo>
                    <a:cubicBezTo>
                      <a:pt x="673848" y="609209"/>
                      <a:pt x="667864" y="614693"/>
                      <a:pt x="662840" y="620973"/>
                    </a:cubicBezTo>
                    <a:cubicBezTo>
                      <a:pt x="656414" y="629006"/>
                      <a:pt x="650807" y="644649"/>
                      <a:pt x="642369" y="651681"/>
                    </a:cubicBezTo>
                    <a:cubicBezTo>
                      <a:pt x="639606" y="653983"/>
                      <a:pt x="635545" y="653955"/>
                      <a:pt x="632133" y="655092"/>
                    </a:cubicBezTo>
                    <a:cubicBezTo>
                      <a:pt x="612555" y="687722"/>
                      <a:pt x="633383" y="657254"/>
                      <a:pt x="601425" y="689212"/>
                    </a:cubicBezTo>
                    <a:cubicBezTo>
                      <a:pt x="597404" y="693233"/>
                      <a:pt x="595210" y="698839"/>
                      <a:pt x="591189" y="702860"/>
                    </a:cubicBezTo>
                    <a:cubicBezTo>
                      <a:pt x="580862" y="713187"/>
                      <a:pt x="579017" y="712603"/>
                      <a:pt x="567306" y="716507"/>
                    </a:cubicBezTo>
                    <a:cubicBezTo>
                      <a:pt x="562757" y="719919"/>
                      <a:pt x="558480" y="723729"/>
                      <a:pt x="553658" y="726743"/>
                    </a:cubicBezTo>
                    <a:cubicBezTo>
                      <a:pt x="549345" y="729439"/>
                      <a:pt x="540010" y="728481"/>
                      <a:pt x="540010" y="733567"/>
                    </a:cubicBezTo>
                    <a:cubicBezTo>
                      <a:pt x="540010" y="738256"/>
                      <a:pt x="549109" y="735842"/>
                      <a:pt x="553658" y="736979"/>
                    </a:cubicBezTo>
                    <a:cubicBezTo>
                      <a:pt x="561619" y="734704"/>
                      <a:pt x="569687" y="732773"/>
                      <a:pt x="577542" y="730155"/>
                    </a:cubicBezTo>
                    <a:cubicBezTo>
                      <a:pt x="616088" y="717306"/>
                      <a:pt x="575541" y="728096"/>
                      <a:pt x="608249" y="719919"/>
                    </a:cubicBezTo>
                    <a:cubicBezTo>
                      <a:pt x="618312" y="713210"/>
                      <a:pt x="620513" y="712710"/>
                      <a:pt x="628721" y="702860"/>
                    </a:cubicBezTo>
                    <a:cubicBezTo>
                      <a:pt x="631346" y="699710"/>
                      <a:pt x="632432" y="695293"/>
                      <a:pt x="635545" y="692624"/>
                    </a:cubicBezTo>
                    <a:cubicBezTo>
                      <a:pt x="664907" y="667455"/>
                      <a:pt x="643417" y="702595"/>
                      <a:pt x="676488" y="658504"/>
                    </a:cubicBezTo>
                    <a:cubicBezTo>
                      <a:pt x="688882" y="641980"/>
                      <a:pt x="681329" y="646655"/>
                      <a:pt x="696960" y="641445"/>
                    </a:cubicBezTo>
                    <a:cubicBezTo>
                      <a:pt x="698698" y="639707"/>
                      <a:pt x="710847" y="624505"/>
                      <a:pt x="717431" y="627797"/>
                    </a:cubicBezTo>
                    <a:cubicBezTo>
                      <a:pt x="720648" y="629405"/>
                      <a:pt x="719810" y="634588"/>
                      <a:pt x="720843" y="638033"/>
                    </a:cubicBezTo>
                    <a:cubicBezTo>
                      <a:pt x="723222" y="645963"/>
                      <a:pt x="725805" y="653848"/>
                      <a:pt x="727667" y="661916"/>
                    </a:cubicBezTo>
                    <a:cubicBezTo>
                      <a:pt x="729914" y="671651"/>
                      <a:pt x="729805" y="683251"/>
                      <a:pt x="734491" y="692624"/>
                    </a:cubicBezTo>
                    <a:cubicBezTo>
                      <a:pt x="736325" y="696292"/>
                      <a:pt x="739481" y="699192"/>
                      <a:pt x="741315" y="702860"/>
                    </a:cubicBezTo>
                    <a:cubicBezTo>
                      <a:pt x="742923" y="706077"/>
                      <a:pt x="742425" y="710332"/>
                      <a:pt x="744727" y="713095"/>
                    </a:cubicBezTo>
                    <a:cubicBezTo>
                      <a:pt x="748368" y="717464"/>
                      <a:pt x="753643" y="720177"/>
                      <a:pt x="758375" y="723331"/>
                    </a:cubicBezTo>
                    <a:cubicBezTo>
                      <a:pt x="779022" y="737096"/>
                      <a:pt x="770814" y="730755"/>
                      <a:pt x="792494" y="740391"/>
                    </a:cubicBezTo>
                    <a:cubicBezTo>
                      <a:pt x="797142" y="742457"/>
                      <a:pt x="801467" y="745211"/>
                      <a:pt x="806142" y="747215"/>
                    </a:cubicBezTo>
                    <a:cubicBezTo>
                      <a:pt x="816832" y="751796"/>
                      <a:pt x="824580" y="751994"/>
                      <a:pt x="836849" y="754039"/>
                    </a:cubicBezTo>
                    <a:cubicBezTo>
                      <a:pt x="841398" y="756314"/>
                      <a:pt x="845822" y="758859"/>
                      <a:pt x="850497" y="760863"/>
                    </a:cubicBezTo>
                    <a:cubicBezTo>
                      <a:pt x="853803" y="762280"/>
                      <a:pt x="859596" y="767687"/>
                      <a:pt x="860733" y="764275"/>
                    </a:cubicBezTo>
                    <a:cubicBezTo>
                      <a:pt x="863276" y="756646"/>
                      <a:pt x="861172" y="747451"/>
                      <a:pt x="857321" y="740391"/>
                    </a:cubicBezTo>
                    <a:cubicBezTo>
                      <a:pt x="853834" y="733998"/>
                      <a:pt x="845410" y="731892"/>
                      <a:pt x="840261" y="726743"/>
                    </a:cubicBezTo>
                    <a:cubicBezTo>
                      <a:pt x="810332" y="696814"/>
                      <a:pt x="864383" y="739715"/>
                      <a:pt x="819789" y="706272"/>
                    </a:cubicBezTo>
                    <a:cubicBezTo>
                      <a:pt x="815886" y="694560"/>
                      <a:pt x="816471" y="692717"/>
                      <a:pt x="806142" y="682388"/>
                    </a:cubicBezTo>
                    <a:cubicBezTo>
                      <a:pt x="803242" y="679488"/>
                      <a:pt x="799243" y="677947"/>
                      <a:pt x="795906" y="675564"/>
                    </a:cubicBezTo>
                    <a:cubicBezTo>
                      <a:pt x="791279" y="672259"/>
                      <a:pt x="786279" y="669349"/>
                      <a:pt x="782258" y="665328"/>
                    </a:cubicBezTo>
                    <a:cubicBezTo>
                      <a:pt x="777436" y="660506"/>
                      <a:pt x="771286" y="646796"/>
                      <a:pt x="768610" y="641445"/>
                    </a:cubicBezTo>
                    <a:cubicBezTo>
                      <a:pt x="767473" y="635758"/>
                      <a:pt x="765198" y="630184"/>
                      <a:pt x="765198" y="624385"/>
                    </a:cubicBezTo>
                    <a:cubicBezTo>
                      <a:pt x="765198" y="606152"/>
                      <a:pt x="765905" y="587825"/>
                      <a:pt x="768610" y="569794"/>
                    </a:cubicBezTo>
                    <a:cubicBezTo>
                      <a:pt x="769365" y="564764"/>
                      <a:pt x="773430" y="560821"/>
                      <a:pt x="775434" y="556146"/>
                    </a:cubicBezTo>
                    <a:cubicBezTo>
                      <a:pt x="776851" y="552840"/>
                      <a:pt x="777583" y="549278"/>
                      <a:pt x="778846" y="545910"/>
                    </a:cubicBezTo>
                    <a:cubicBezTo>
                      <a:pt x="780996" y="540176"/>
                      <a:pt x="783183" y="534448"/>
                      <a:pt x="785670" y="528851"/>
                    </a:cubicBezTo>
                    <a:cubicBezTo>
                      <a:pt x="787736" y="524203"/>
                      <a:pt x="788897" y="518800"/>
                      <a:pt x="792494" y="515203"/>
                    </a:cubicBezTo>
                    <a:cubicBezTo>
                      <a:pt x="795037" y="512660"/>
                      <a:pt x="799318" y="512928"/>
                      <a:pt x="802730" y="511791"/>
                    </a:cubicBezTo>
                    <a:cubicBezTo>
                      <a:pt x="806142" y="506104"/>
                      <a:pt x="808277" y="499420"/>
                      <a:pt x="812966" y="494731"/>
                    </a:cubicBezTo>
                    <a:cubicBezTo>
                      <a:pt x="817655" y="490042"/>
                      <a:pt x="824592" y="488298"/>
                      <a:pt x="830025" y="484495"/>
                    </a:cubicBezTo>
                    <a:cubicBezTo>
                      <a:pt x="835991" y="480319"/>
                      <a:pt x="841936" y="475997"/>
                      <a:pt x="847085" y="470848"/>
                    </a:cubicBezTo>
                    <a:cubicBezTo>
                      <a:pt x="849985" y="467948"/>
                      <a:pt x="850759" y="463237"/>
                      <a:pt x="853909" y="460612"/>
                    </a:cubicBezTo>
                    <a:cubicBezTo>
                      <a:pt x="857816" y="457356"/>
                      <a:pt x="863141" y="456312"/>
                      <a:pt x="867557" y="453788"/>
                    </a:cubicBezTo>
                    <a:cubicBezTo>
                      <a:pt x="885884" y="443315"/>
                      <a:pt x="869022" y="449156"/>
                      <a:pt x="891440" y="443552"/>
                    </a:cubicBezTo>
                    <a:cubicBezTo>
                      <a:pt x="895989" y="440140"/>
                      <a:pt x="900151" y="436137"/>
                      <a:pt x="905088" y="433316"/>
                    </a:cubicBezTo>
                    <a:cubicBezTo>
                      <a:pt x="908211" y="431532"/>
                      <a:pt x="911835" y="430776"/>
                      <a:pt x="915324" y="429904"/>
                    </a:cubicBezTo>
                    <a:cubicBezTo>
                      <a:pt x="943453" y="422871"/>
                      <a:pt x="921524" y="430082"/>
                      <a:pt x="946031" y="423081"/>
                    </a:cubicBezTo>
                    <a:cubicBezTo>
                      <a:pt x="961215" y="418743"/>
                      <a:pt x="952127" y="419815"/>
                      <a:pt x="969915" y="416257"/>
                    </a:cubicBezTo>
                    <a:cubicBezTo>
                      <a:pt x="976698" y="414900"/>
                      <a:pt x="983562" y="413982"/>
                      <a:pt x="990386" y="412845"/>
                    </a:cubicBezTo>
                    <a:cubicBezTo>
                      <a:pt x="999485" y="408296"/>
                      <a:pt x="1007813" y="401664"/>
                      <a:pt x="1017682" y="399197"/>
                    </a:cubicBezTo>
                    <a:cubicBezTo>
                      <a:pt x="1022231" y="398060"/>
                      <a:pt x="1026939" y="397432"/>
                      <a:pt x="1031330" y="395785"/>
                    </a:cubicBezTo>
                    <a:cubicBezTo>
                      <a:pt x="1044008" y="391031"/>
                      <a:pt x="1043113" y="387969"/>
                      <a:pt x="1055213" y="385549"/>
                    </a:cubicBezTo>
                    <a:cubicBezTo>
                      <a:pt x="1068781" y="382835"/>
                      <a:pt x="1082509" y="381000"/>
                      <a:pt x="1096157" y="378725"/>
                    </a:cubicBezTo>
                    <a:cubicBezTo>
                      <a:pt x="1102981" y="376450"/>
                      <a:pt x="1109915" y="374483"/>
                      <a:pt x="1116628" y="371901"/>
                    </a:cubicBezTo>
                    <a:cubicBezTo>
                      <a:pt x="1124712" y="368792"/>
                      <a:pt x="1132202" y="364110"/>
                      <a:pt x="1140512" y="361666"/>
                    </a:cubicBezTo>
                    <a:cubicBezTo>
                      <a:pt x="1203431" y="343161"/>
                      <a:pt x="1150141" y="364879"/>
                      <a:pt x="1195103" y="348018"/>
                    </a:cubicBezTo>
                    <a:cubicBezTo>
                      <a:pt x="1206572" y="343717"/>
                      <a:pt x="1217339" y="337341"/>
                      <a:pt x="1229222" y="334370"/>
                    </a:cubicBezTo>
                    <a:lnTo>
                      <a:pt x="1256518" y="327546"/>
                    </a:lnTo>
                    <a:cubicBezTo>
                      <a:pt x="1263342" y="324134"/>
                      <a:pt x="1270641" y="321542"/>
                      <a:pt x="1276989" y="317310"/>
                    </a:cubicBezTo>
                    <a:cubicBezTo>
                      <a:pt x="1281004" y="314634"/>
                      <a:pt x="1283007" y="309418"/>
                      <a:pt x="1287225" y="307075"/>
                    </a:cubicBezTo>
                    <a:cubicBezTo>
                      <a:pt x="1293513" y="303582"/>
                      <a:pt x="1300873" y="302526"/>
                      <a:pt x="1307697" y="300251"/>
                    </a:cubicBezTo>
                    <a:cubicBezTo>
                      <a:pt x="1314521" y="297976"/>
                      <a:pt x="1321735" y="296644"/>
                      <a:pt x="1328169" y="293427"/>
                    </a:cubicBezTo>
                    <a:cubicBezTo>
                      <a:pt x="1334892" y="290065"/>
                      <a:pt x="1344162" y="284626"/>
                      <a:pt x="1352052" y="283191"/>
                    </a:cubicBezTo>
                    <a:cubicBezTo>
                      <a:pt x="1361074" y="281551"/>
                      <a:pt x="1370249" y="280916"/>
                      <a:pt x="1379348" y="279779"/>
                    </a:cubicBezTo>
                    <a:cubicBezTo>
                      <a:pt x="1383897" y="278642"/>
                      <a:pt x="1388342" y="276949"/>
                      <a:pt x="1392995" y="276367"/>
                    </a:cubicBezTo>
                    <a:cubicBezTo>
                      <a:pt x="1427846" y="272011"/>
                      <a:pt x="1434715" y="272955"/>
                      <a:pt x="1468058" y="272955"/>
                    </a:cubicBezTo>
                    <a:lnTo>
                      <a:pt x="1181455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4FC3D588-261C-F42A-B3BD-2331253608C4}"/>
                  </a:ext>
                </a:extLst>
              </p:cNvPr>
              <p:cNvSpPr/>
              <p:nvPr/>
            </p:nvSpPr>
            <p:spPr>
              <a:xfrm>
                <a:off x="6071425" y="3165197"/>
                <a:ext cx="1802085" cy="433316"/>
              </a:xfrm>
              <a:custGeom>
                <a:avLst/>
                <a:gdLst>
                  <a:gd name="connsiteX0" fmla="*/ 0 w 1802085"/>
                  <a:gd name="connsiteY0" fmla="*/ 0 h 433316"/>
                  <a:gd name="connsiteX1" fmla="*/ 0 w 1802085"/>
                  <a:gd name="connsiteY1" fmla="*/ 0 h 433316"/>
                  <a:gd name="connsiteX2" fmla="*/ 20472 w 1802085"/>
                  <a:gd name="connsiteY2" fmla="*/ 23884 h 433316"/>
                  <a:gd name="connsiteX3" fmla="*/ 37532 w 1802085"/>
                  <a:gd name="connsiteY3" fmla="*/ 44355 h 433316"/>
                  <a:gd name="connsiteX4" fmla="*/ 68239 w 1802085"/>
                  <a:gd name="connsiteY4" fmla="*/ 64827 h 433316"/>
                  <a:gd name="connsiteX5" fmla="*/ 95535 w 1802085"/>
                  <a:gd name="connsiteY5" fmla="*/ 88710 h 433316"/>
                  <a:gd name="connsiteX6" fmla="*/ 105771 w 1802085"/>
                  <a:gd name="connsiteY6" fmla="*/ 92122 h 433316"/>
                  <a:gd name="connsiteX7" fmla="*/ 122830 w 1802085"/>
                  <a:gd name="connsiteY7" fmla="*/ 102358 h 433316"/>
                  <a:gd name="connsiteX8" fmla="*/ 143302 w 1802085"/>
                  <a:gd name="connsiteY8" fmla="*/ 112594 h 433316"/>
                  <a:gd name="connsiteX9" fmla="*/ 170597 w 1802085"/>
                  <a:gd name="connsiteY9" fmla="*/ 126242 h 433316"/>
                  <a:gd name="connsiteX10" fmla="*/ 180833 w 1802085"/>
                  <a:gd name="connsiteY10" fmla="*/ 136478 h 433316"/>
                  <a:gd name="connsiteX11" fmla="*/ 211541 w 1802085"/>
                  <a:gd name="connsiteY11" fmla="*/ 146713 h 433316"/>
                  <a:gd name="connsiteX12" fmla="*/ 232012 w 1802085"/>
                  <a:gd name="connsiteY12" fmla="*/ 153537 h 433316"/>
                  <a:gd name="connsiteX13" fmla="*/ 242248 w 1802085"/>
                  <a:gd name="connsiteY13" fmla="*/ 160361 h 433316"/>
                  <a:gd name="connsiteX14" fmla="*/ 269544 w 1802085"/>
                  <a:gd name="connsiteY14" fmla="*/ 167185 h 433316"/>
                  <a:gd name="connsiteX15" fmla="*/ 351430 w 1802085"/>
                  <a:gd name="connsiteY15" fmla="*/ 180833 h 433316"/>
                  <a:gd name="connsiteX16" fmla="*/ 382138 w 1802085"/>
                  <a:gd name="connsiteY16" fmla="*/ 184245 h 433316"/>
                  <a:gd name="connsiteX17" fmla="*/ 426493 w 1802085"/>
                  <a:gd name="connsiteY17" fmla="*/ 177421 h 433316"/>
                  <a:gd name="connsiteX18" fmla="*/ 436729 w 1802085"/>
                  <a:gd name="connsiteY18" fmla="*/ 170597 h 433316"/>
                  <a:gd name="connsiteX19" fmla="*/ 464024 w 1802085"/>
                  <a:gd name="connsiteY19" fmla="*/ 163773 h 433316"/>
                  <a:gd name="connsiteX20" fmla="*/ 477672 w 1802085"/>
                  <a:gd name="connsiteY20" fmla="*/ 156949 h 433316"/>
                  <a:gd name="connsiteX21" fmla="*/ 501556 w 1802085"/>
                  <a:gd name="connsiteY21" fmla="*/ 150125 h 433316"/>
                  <a:gd name="connsiteX22" fmla="*/ 515203 w 1802085"/>
                  <a:gd name="connsiteY22" fmla="*/ 143301 h 433316"/>
                  <a:gd name="connsiteX23" fmla="*/ 539087 w 1802085"/>
                  <a:gd name="connsiteY23" fmla="*/ 139890 h 433316"/>
                  <a:gd name="connsiteX24" fmla="*/ 610738 w 1802085"/>
                  <a:gd name="connsiteY24" fmla="*/ 133066 h 433316"/>
                  <a:gd name="connsiteX25" fmla="*/ 829102 w 1802085"/>
                  <a:gd name="connsiteY25" fmla="*/ 122830 h 433316"/>
                  <a:gd name="connsiteX26" fmla="*/ 1105469 w 1802085"/>
                  <a:gd name="connsiteY26" fmla="*/ 112594 h 433316"/>
                  <a:gd name="connsiteX27" fmla="*/ 1132765 w 1802085"/>
                  <a:gd name="connsiteY27" fmla="*/ 109182 h 433316"/>
                  <a:gd name="connsiteX28" fmla="*/ 1153236 w 1802085"/>
                  <a:gd name="connsiteY28" fmla="*/ 105770 h 433316"/>
                  <a:gd name="connsiteX29" fmla="*/ 1641144 w 1802085"/>
                  <a:gd name="connsiteY29" fmla="*/ 109182 h 433316"/>
                  <a:gd name="connsiteX30" fmla="*/ 1774209 w 1802085"/>
                  <a:gd name="connsiteY30" fmla="*/ 112594 h 433316"/>
                  <a:gd name="connsiteX31" fmla="*/ 1801505 w 1802085"/>
                  <a:gd name="connsiteY31" fmla="*/ 116006 h 433316"/>
                  <a:gd name="connsiteX32" fmla="*/ 1781033 w 1802085"/>
                  <a:gd name="connsiteY32" fmla="*/ 122830 h 433316"/>
                  <a:gd name="connsiteX33" fmla="*/ 1750326 w 1802085"/>
                  <a:gd name="connsiteY33" fmla="*/ 129654 h 433316"/>
                  <a:gd name="connsiteX34" fmla="*/ 1736678 w 1802085"/>
                  <a:gd name="connsiteY34" fmla="*/ 133066 h 433316"/>
                  <a:gd name="connsiteX35" fmla="*/ 1719618 w 1802085"/>
                  <a:gd name="connsiteY35" fmla="*/ 136478 h 433316"/>
                  <a:gd name="connsiteX36" fmla="*/ 1705971 w 1802085"/>
                  <a:gd name="connsiteY36" fmla="*/ 139890 h 433316"/>
                  <a:gd name="connsiteX37" fmla="*/ 1647968 w 1802085"/>
                  <a:gd name="connsiteY37" fmla="*/ 143301 h 433316"/>
                  <a:gd name="connsiteX38" fmla="*/ 1600200 w 1802085"/>
                  <a:gd name="connsiteY38" fmla="*/ 146713 h 433316"/>
                  <a:gd name="connsiteX39" fmla="*/ 1412544 w 1802085"/>
                  <a:gd name="connsiteY39" fmla="*/ 143301 h 433316"/>
                  <a:gd name="connsiteX40" fmla="*/ 1310186 w 1802085"/>
                  <a:gd name="connsiteY40" fmla="*/ 146713 h 433316"/>
                  <a:gd name="connsiteX41" fmla="*/ 1173708 w 1802085"/>
                  <a:gd name="connsiteY41" fmla="*/ 150125 h 433316"/>
                  <a:gd name="connsiteX42" fmla="*/ 1088409 w 1802085"/>
                  <a:gd name="connsiteY42" fmla="*/ 156949 h 433316"/>
                  <a:gd name="connsiteX43" fmla="*/ 1071350 w 1802085"/>
                  <a:gd name="connsiteY43" fmla="*/ 160361 h 433316"/>
                  <a:gd name="connsiteX44" fmla="*/ 1040642 w 1802085"/>
                  <a:gd name="connsiteY44" fmla="*/ 163773 h 433316"/>
                  <a:gd name="connsiteX45" fmla="*/ 992875 w 1802085"/>
                  <a:gd name="connsiteY45" fmla="*/ 170597 h 433316"/>
                  <a:gd name="connsiteX46" fmla="*/ 897341 w 1802085"/>
                  <a:gd name="connsiteY46" fmla="*/ 167185 h 433316"/>
                  <a:gd name="connsiteX47" fmla="*/ 692624 w 1802085"/>
                  <a:gd name="connsiteY47" fmla="*/ 177421 h 433316"/>
                  <a:gd name="connsiteX48" fmla="*/ 682389 w 1802085"/>
                  <a:gd name="connsiteY48" fmla="*/ 180833 h 433316"/>
                  <a:gd name="connsiteX49" fmla="*/ 620974 w 1802085"/>
                  <a:gd name="connsiteY49" fmla="*/ 187657 h 433316"/>
                  <a:gd name="connsiteX50" fmla="*/ 593678 w 1802085"/>
                  <a:gd name="connsiteY50" fmla="*/ 197893 h 433316"/>
                  <a:gd name="connsiteX51" fmla="*/ 576618 w 1802085"/>
                  <a:gd name="connsiteY51" fmla="*/ 201304 h 433316"/>
                  <a:gd name="connsiteX52" fmla="*/ 562971 w 1802085"/>
                  <a:gd name="connsiteY52" fmla="*/ 204716 h 433316"/>
                  <a:gd name="connsiteX53" fmla="*/ 552735 w 1802085"/>
                  <a:gd name="connsiteY53" fmla="*/ 208128 h 433316"/>
                  <a:gd name="connsiteX54" fmla="*/ 481084 w 1802085"/>
                  <a:gd name="connsiteY54" fmla="*/ 221776 h 433316"/>
                  <a:gd name="connsiteX55" fmla="*/ 467436 w 1802085"/>
                  <a:gd name="connsiteY55" fmla="*/ 225188 h 433316"/>
                  <a:gd name="connsiteX56" fmla="*/ 446965 w 1802085"/>
                  <a:gd name="connsiteY56" fmla="*/ 232012 h 433316"/>
                  <a:gd name="connsiteX57" fmla="*/ 423081 w 1802085"/>
                  <a:gd name="connsiteY57" fmla="*/ 238836 h 433316"/>
                  <a:gd name="connsiteX58" fmla="*/ 402609 w 1802085"/>
                  <a:gd name="connsiteY58" fmla="*/ 249072 h 433316"/>
                  <a:gd name="connsiteX59" fmla="*/ 392374 w 1802085"/>
                  <a:gd name="connsiteY59" fmla="*/ 252484 h 433316"/>
                  <a:gd name="connsiteX60" fmla="*/ 375314 w 1802085"/>
                  <a:gd name="connsiteY60" fmla="*/ 259307 h 433316"/>
                  <a:gd name="connsiteX61" fmla="*/ 361666 w 1802085"/>
                  <a:gd name="connsiteY61" fmla="*/ 262719 h 433316"/>
                  <a:gd name="connsiteX62" fmla="*/ 341195 w 1802085"/>
                  <a:gd name="connsiteY62" fmla="*/ 269543 h 433316"/>
                  <a:gd name="connsiteX63" fmla="*/ 317311 w 1802085"/>
                  <a:gd name="connsiteY63" fmla="*/ 276367 h 433316"/>
                  <a:gd name="connsiteX64" fmla="*/ 296839 w 1802085"/>
                  <a:gd name="connsiteY64" fmla="*/ 283191 h 433316"/>
                  <a:gd name="connsiteX65" fmla="*/ 286603 w 1802085"/>
                  <a:gd name="connsiteY65" fmla="*/ 286603 h 433316"/>
                  <a:gd name="connsiteX66" fmla="*/ 252484 w 1802085"/>
                  <a:gd name="connsiteY66" fmla="*/ 303663 h 433316"/>
                  <a:gd name="connsiteX67" fmla="*/ 242248 w 1802085"/>
                  <a:gd name="connsiteY67" fmla="*/ 313898 h 433316"/>
                  <a:gd name="connsiteX68" fmla="*/ 228600 w 1802085"/>
                  <a:gd name="connsiteY68" fmla="*/ 320722 h 433316"/>
                  <a:gd name="connsiteX69" fmla="*/ 211541 w 1802085"/>
                  <a:gd name="connsiteY69" fmla="*/ 330958 h 433316"/>
                  <a:gd name="connsiteX70" fmla="*/ 197893 w 1802085"/>
                  <a:gd name="connsiteY70" fmla="*/ 337782 h 433316"/>
                  <a:gd name="connsiteX71" fmla="*/ 187657 w 1802085"/>
                  <a:gd name="connsiteY71" fmla="*/ 344606 h 433316"/>
                  <a:gd name="connsiteX72" fmla="*/ 160362 w 1802085"/>
                  <a:gd name="connsiteY72" fmla="*/ 358254 h 433316"/>
                  <a:gd name="connsiteX73" fmla="*/ 146714 w 1802085"/>
                  <a:gd name="connsiteY73" fmla="*/ 371901 h 433316"/>
                  <a:gd name="connsiteX74" fmla="*/ 126242 w 1802085"/>
                  <a:gd name="connsiteY74" fmla="*/ 378725 h 433316"/>
                  <a:gd name="connsiteX75" fmla="*/ 102359 w 1802085"/>
                  <a:gd name="connsiteY75" fmla="*/ 395785 h 433316"/>
                  <a:gd name="connsiteX76" fmla="*/ 92123 w 1802085"/>
                  <a:gd name="connsiteY76" fmla="*/ 402609 h 433316"/>
                  <a:gd name="connsiteX77" fmla="*/ 81887 w 1802085"/>
                  <a:gd name="connsiteY77" fmla="*/ 412845 h 433316"/>
                  <a:gd name="connsiteX78" fmla="*/ 61415 w 1802085"/>
                  <a:gd name="connsiteY78" fmla="*/ 429904 h 433316"/>
                  <a:gd name="connsiteX79" fmla="*/ 61415 w 1802085"/>
                  <a:gd name="connsiteY79" fmla="*/ 433316 h 433316"/>
                  <a:gd name="connsiteX80" fmla="*/ 0 w 1802085"/>
                  <a:gd name="connsiteY80" fmla="*/ 0 h 43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02085" h="433316">
                    <a:moveTo>
                      <a:pt x="0" y="0"/>
                    </a:moveTo>
                    <a:lnTo>
                      <a:pt x="0" y="0"/>
                    </a:lnTo>
                    <a:cubicBezTo>
                      <a:pt x="6824" y="7961"/>
                      <a:pt x="13922" y="15696"/>
                      <a:pt x="20472" y="23884"/>
                    </a:cubicBezTo>
                    <a:cubicBezTo>
                      <a:pt x="29140" y="34719"/>
                      <a:pt x="25376" y="35238"/>
                      <a:pt x="37532" y="44355"/>
                    </a:cubicBezTo>
                    <a:cubicBezTo>
                      <a:pt x="47373" y="51736"/>
                      <a:pt x="59540" y="56128"/>
                      <a:pt x="68239" y="64827"/>
                    </a:cubicBezTo>
                    <a:cubicBezTo>
                      <a:pt x="77136" y="73724"/>
                      <a:pt x="84248" y="83067"/>
                      <a:pt x="95535" y="88710"/>
                    </a:cubicBezTo>
                    <a:cubicBezTo>
                      <a:pt x="98752" y="90318"/>
                      <a:pt x="102554" y="90514"/>
                      <a:pt x="105771" y="92122"/>
                    </a:cubicBezTo>
                    <a:cubicBezTo>
                      <a:pt x="111702" y="95088"/>
                      <a:pt x="117008" y="99182"/>
                      <a:pt x="122830" y="102358"/>
                    </a:cubicBezTo>
                    <a:cubicBezTo>
                      <a:pt x="129528" y="106011"/>
                      <a:pt x="136604" y="108941"/>
                      <a:pt x="143302" y="112594"/>
                    </a:cubicBezTo>
                    <a:cubicBezTo>
                      <a:pt x="168626" y="126407"/>
                      <a:pt x="151261" y="119796"/>
                      <a:pt x="170597" y="126242"/>
                    </a:cubicBezTo>
                    <a:cubicBezTo>
                      <a:pt x="174009" y="129654"/>
                      <a:pt x="176741" y="133921"/>
                      <a:pt x="180833" y="136478"/>
                    </a:cubicBezTo>
                    <a:cubicBezTo>
                      <a:pt x="191356" y="143054"/>
                      <a:pt x="200290" y="143338"/>
                      <a:pt x="211541" y="146713"/>
                    </a:cubicBezTo>
                    <a:cubicBezTo>
                      <a:pt x="218430" y="148780"/>
                      <a:pt x="225439" y="150616"/>
                      <a:pt x="232012" y="153537"/>
                    </a:cubicBezTo>
                    <a:cubicBezTo>
                      <a:pt x="235759" y="155203"/>
                      <a:pt x="238580" y="158527"/>
                      <a:pt x="242248" y="160361"/>
                    </a:cubicBezTo>
                    <a:cubicBezTo>
                      <a:pt x="249243" y="163858"/>
                      <a:pt x="263055" y="165887"/>
                      <a:pt x="269544" y="167185"/>
                    </a:cubicBezTo>
                    <a:cubicBezTo>
                      <a:pt x="304104" y="184465"/>
                      <a:pt x="276037" y="172456"/>
                      <a:pt x="351430" y="180833"/>
                    </a:cubicBezTo>
                    <a:lnTo>
                      <a:pt x="382138" y="184245"/>
                    </a:lnTo>
                    <a:cubicBezTo>
                      <a:pt x="396923" y="181970"/>
                      <a:pt x="411981" y="181049"/>
                      <a:pt x="426493" y="177421"/>
                    </a:cubicBezTo>
                    <a:cubicBezTo>
                      <a:pt x="430471" y="176426"/>
                      <a:pt x="432875" y="171998"/>
                      <a:pt x="436729" y="170597"/>
                    </a:cubicBezTo>
                    <a:cubicBezTo>
                      <a:pt x="445543" y="167392"/>
                      <a:pt x="455636" y="167967"/>
                      <a:pt x="464024" y="163773"/>
                    </a:cubicBezTo>
                    <a:cubicBezTo>
                      <a:pt x="468573" y="161498"/>
                      <a:pt x="472997" y="158953"/>
                      <a:pt x="477672" y="156949"/>
                    </a:cubicBezTo>
                    <a:cubicBezTo>
                      <a:pt x="484525" y="154012"/>
                      <a:pt x="494630" y="151856"/>
                      <a:pt x="501556" y="150125"/>
                    </a:cubicBezTo>
                    <a:cubicBezTo>
                      <a:pt x="506105" y="147850"/>
                      <a:pt x="510296" y="144639"/>
                      <a:pt x="515203" y="143301"/>
                    </a:cubicBezTo>
                    <a:cubicBezTo>
                      <a:pt x="522962" y="141185"/>
                      <a:pt x="531115" y="140953"/>
                      <a:pt x="539087" y="139890"/>
                    </a:cubicBezTo>
                    <a:cubicBezTo>
                      <a:pt x="574903" y="135115"/>
                      <a:pt x="567257" y="136411"/>
                      <a:pt x="610738" y="133066"/>
                    </a:cubicBezTo>
                    <a:cubicBezTo>
                      <a:pt x="691199" y="112951"/>
                      <a:pt x="611323" y="131904"/>
                      <a:pt x="829102" y="122830"/>
                    </a:cubicBezTo>
                    <a:lnTo>
                      <a:pt x="1105469" y="112594"/>
                    </a:lnTo>
                    <a:lnTo>
                      <a:pt x="1132765" y="109182"/>
                    </a:lnTo>
                    <a:cubicBezTo>
                      <a:pt x="1139613" y="108204"/>
                      <a:pt x="1146318" y="105770"/>
                      <a:pt x="1153236" y="105770"/>
                    </a:cubicBezTo>
                    <a:lnTo>
                      <a:pt x="1641144" y="109182"/>
                    </a:lnTo>
                    <a:lnTo>
                      <a:pt x="1774209" y="112594"/>
                    </a:lnTo>
                    <a:cubicBezTo>
                      <a:pt x="1783370" y="112984"/>
                      <a:pt x="1796419" y="108377"/>
                      <a:pt x="1801505" y="116006"/>
                    </a:cubicBezTo>
                    <a:cubicBezTo>
                      <a:pt x="1805495" y="121991"/>
                      <a:pt x="1787857" y="120555"/>
                      <a:pt x="1781033" y="122830"/>
                    </a:cubicBezTo>
                    <a:cubicBezTo>
                      <a:pt x="1761112" y="129470"/>
                      <a:pt x="1780349" y="123649"/>
                      <a:pt x="1750326" y="129654"/>
                    </a:cubicBezTo>
                    <a:cubicBezTo>
                      <a:pt x="1745728" y="130574"/>
                      <a:pt x="1741256" y="132049"/>
                      <a:pt x="1736678" y="133066"/>
                    </a:cubicBezTo>
                    <a:cubicBezTo>
                      <a:pt x="1731017" y="134324"/>
                      <a:pt x="1725279" y="135220"/>
                      <a:pt x="1719618" y="136478"/>
                    </a:cubicBezTo>
                    <a:cubicBezTo>
                      <a:pt x="1715041" y="137495"/>
                      <a:pt x="1710639" y="139445"/>
                      <a:pt x="1705971" y="139890"/>
                    </a:cubicBezTo>
                    <a:cubicBezTo>
                      <a:pt x="1686690" y="141726"/>
                      <a:pt x="1667296" y="142054"/>
                      <a:pt x="1647968" y="143301"/>
                    </a:cubicBezTo>
                    <a:lnTo>
                      <a:pt x="1600200" y="146713"/>
                    </a:lnTo>
                    <a:lnTo>
                      <a:pt x="1412544" y="143301"/>
                    </a:lnTo>
                    <a:cubicBezTo>
                      <a:pt x="1378406" y="143301"/>
                      <a:pt x="1344310" y="145738"/>
                      <a:pt x="1310186" y="146713"/>
                    </a:cubicBezTo>
                    <a:lnTo>
                      <a:pt x="1173708" y="150125"/>
                    </a:lnTo>
                    <a:cubicBezTo>
                      <a:pt x="1097266" y="159680"/>
                      <a:pt x="1218779" y="145097"/>
                      <a:pt x="1088409" y="156949"/>
                    </a:cubicBezTo>
                    <a:cubicBezTo>
                      <a:pt x="1082634" y="157474"/>
                      <a:pt x="1077091" y="159541"/>
                      <a:pt x="1071350" y="160361"/>
                    </a:cubicBezTo>
                    <a:cubicBezTo>
                      <a:pt x="1061155" y="161818"/>
                      <a:pt x="1050870" y="162570"/>
                      <a:pt x="1040642" y="163773"/>
                    </a:cubicBezTo>
                    <a:cubicBezTo>
                      <a:pt x="1011608" y="167189"/>
                      <a:pt x="1018524" y="166322"/>
                      <a:pt x="992875" y="170597"/>
                    </a:cubicBezTo>
                    <a:cubicBezTo>
                      <a:pt x="961030" y="169460"/>
                      <a:pt x="929203" y="166787"/>
                      <a:pt x="897341" y="167185"/>
                    </a:cubicBezTo>
                    <a:cubicBezTo>
                      <a:pt x="753816" y="168979"/>
                      <a:pt x="771976" y="167502"/>
                      <a:pt x="692624" y="177421"/>
                    </a:cubicBezTo>
                    <a:cubicBezTo>
                      <a:pt x="689212" y="178558"/>
                      <a:pt x="685949" y="180324"/>
                      <a:pt x="682389" y="180833"/>
                    </a:cubicBezTo>
                    <a:cubicBezTo>
                      <a:pt x="632857" y="187909"/>
                      <a:pt x="659848" y="180589"/>
                      <a:pt x="620974" y="187657"/>
                    </a:cubicBezTo>
                    <a:cubicBezTo>
                      <a:pt x="592652" y="192807"/>
                      <a:pt x="622084" y="188425"/>
                      <a:pt x="593678" y="197893"/>
                    </a:cubicBezTo>
                    <a:cubicBezTo>
                      <a:pt x="588176" y="199727"/>
                      <a:pt x="582279" y="200046"/>
                      <a:pt x="576618" y="201304"/>
                    </a:cubicBezTo>
                    <a:cubicBezTo>
                      <a:pt x="572041" y="202321"/>
                      <a:pt x="567480" y="203428"/>
                      <a:pt x="562971" y="204716"/>
                    </a:cubicBezTo>
                    <a:cubicBezTo>
                      <a:pt x="559513" y="205704"/>
                      <a:pt x="556256" y="207394"/>
                      <a:pt x="552735" y="208128"/>
                    </a:cubicBezTo>
                    <a:cubicBezTo>
                      <a:pt x="528933" y="213087"/>
                      <a:pt x="504671" y="215879"/>
                      <a:pt x="481084" y="221776"/>
                    </a:cubicBezTo>
                    <a:cubicBezTo>
                      <a:pt x="476535" y="222913"/>
                      <a:pt x="471928" y="223840"/>
                      <a:pt x="467436" y="225188"/>
                    </a:cubicBezTo>
                    <a:cubicBezTo>
                      <a:pt x="460547" y="227255"/>
                      <a:pt x="453840" y="229897"/>
                      <a:pt x="446965" y="232012"/>
                    </a:cubicBezTo>
                    <a:cubicBezTo>
                      <a:pt x="439051" y="234447"/>
                      <a:pt x="430809" y="235864"/>
                      <a:pt x="423081" y="238836"/>
                    </a:cubicBezTo>
                    <a:cubicBezTo>
                      <a:pt x="415960" y="241575"/>
                      <a:pt x="409581" y="245973"/>
                      <a:pt x="402609" y="249072"/>
                    </a:cubicBezTo>
                    <a:cubicBezTo>
                      <a:pt x="399323" y="250533"/>
                      <a:pt x="395741" y="251221"/>
                      <a:pt x="392374" y="252484"/>
                    </a:cubicBezTo>
                    <a:cubicBezTo>
                      <a:pt x="386639" y="254634"/>
                      <a:pt x="381124" y="257370"/>
                      <a:pt x="375314" y="259307"/>
                    </a:cubicBezTo>
                    <a:cubicBezTo>
                      <a:pt x="370865" y="260790"/>
                      <a:pt x="366158" y="261371"/>
                      <a:pt x="361666" y="262719"/>
                    </a:cubicBezTo>
                    <a:cubicBezTo>
                      <a:pt x="354777" y="264786"/>
                      <a:pt x="348070" y="267428"/>
                      <a:pt x="341195" y="269543"/>
                    </a:cubicBezTo>
                    <a:cubicBezTo>
                      <a:pt x="333281" y="271978"/>
                      <a:pt x="325225" y="273932"/>
                      <a:pt x="317311" y="276367"/>
                    </a:cubicBezTo>
                    <a:cubicBezTo>
                      <a:pt x="310436" y="278482"/>
                      <a:pt x="303663" y="280916"/>
                      <a:pt x="296839" y="283191"/>
                    </a:cubicBezTo>
                    <a:cubicBezTo>
                      <a:pt x="293427" y="284328"/>
                      <a:pt x="289820" y="284995"/>
                      <a:pt x="286603" y="286603"/>
                    </a:cubicBezTo>
                    <a:cubicBezTo>
                      <a:pt x="275230" y="292290"/>
                      <a:pt x="261476" y="294672"/>
                      <a:pt x="252484" y="303663"/>
                    </a:cubicBezTo>
                    <a:cubicBezTo>
                      <a:pt x="249072" y="307075"/>
                      <a:pt x="246174" y="311094"/>
                      <a:pt x="242248" y="313898"/>
                    </a:cubicBezTo>
                    <a:cubicBezTo>
                      <a:pt x="238109" y="316854"/>
                      <a:pt x="233046" y="318252"/>
                      <a:pt x="228600" y="320722"/>
                    </a:cubicBezTo>
                    <a:cubicBezTo>
                      <a:pt x="222803" y="323943"/>
                      <a:pt x="217338" y="327737"/>
                      <a:pt x="211541" y="330958"/>
                    </a:cubicBezTo>
                    <a:cubicBezTo>
                      <a:pt x="207095" y="333428"/>
                      <a:pt x="202309" y="335258"/>
                      <a:pt x="197893" y="337782"/>
                    </a:cubicBezTo>
                    <a:cubicBezTo>
                      <a:pt x="194333" y="339817"/>
                      <a:pt x="191325" y="342772"/>
                      <a:pt x="187657" y="344606"/>
                    </a:cubicBezTo>
                    <a:cubicBezTo>
                      <a:pt x="168204" y="354333"/>
                      <a:pt x="185901" y="338391"/>
                      <a:pt x="160362" y="358254"/>
                    </a:cubicBezTo>
                    <a:cubicBezTo>
                      <a:pt x="155284" y="362204"/>
                      <a:pt x="152231" y="368591"/>
                      <a:pt x="146714" y="371901"/>
                    </a:cubicBezTo>
                    <a:cubicBezTo>
                      <a:pt x="140546" y="375602"/>
                      <a:pt x="132227" y="374735"/>
                      <a:pt x="126242" y="378725"/>
                    </a:cubicBezTo>
                    <a:cubicBezTo>
                      <a:pt x="102119" y="394807"/>
                      <a:pt x="131983" y="374624"/>
                      <a:pt x="102359" y="395785"/>
                    </a:cubicBezTo>
                    <a:cubicBezTo>
                      <a:pt x="99022" y="398169"/>
                      <a:pt x="95273" y="399984"/>
                      <a:pt x="92123" y="402609"/>
                    </a:cubicBezTo>
                    <a:cubicBezTo>
                      <a:pt x="88416" y="405698"/>
                      <a:pt x="85594" y="409756"/>
                      <a:pt x="81887" y="412845"/>
                    </a:cubicBezTo>
                    <a:cubicBezTo>
                      <a:pt x="70329" y="422477"/>
                      <a:pt x="71382" y="416615"/>
                      <a:pt x="61415" y="429904"/>
                    </a:cubicBezTo>
                    <a:cubicBezTo>
                      <a:pt x="60733" y="430814"/>
                      <a:pt x="61415" y="432179"/>
                      <a:pt x="61415" y="4333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19C698E-E843-D196-9FD3-226D2D17942D}"/>
                </a:ext>
              </a:extLst>
            </p:cNvPr>
            <p:cNvSpPr txBox="1"/>
            <p:nvPr/>
          </p:nvSpPr>
          <p:spPr>
            <a:xfrm>
              <a:off x="4547015" y="744774"/>
              <a:ext cx="2394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dirty="0"/>
                <a:t>Nervenzelle</a:t>
              </a:r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B6509146-C2BA-C35F-9861-4BB23A19EE3E}"/>
              </a:ext>
            </a:extLst>
          </p:cNvPr>
          <p:cNvSpPr txBox="1"/>
          <p:nvPr/>
        </p:nvSpPr>
        <p:spPr>
          <a:xfrm>
            <a:off x="1134716" y="2946918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819976C-3673-33B3-FEA0-219394F98337}"/>
              </a:ext>
            </a:extLst>
          </p:cNvPr>
          <p:cNvCxnSpPr>
            <a:cxnSpLocks/>
          </p:cNvCxnSpPr>
          <p:nvPr/>
        </p:nvCxnSpPr>
        <p:spPr>
          <a:xfrm>
            <a:off x="2344366" y="3408583"/>
            <a:ext cx="642025" cy="713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7137A38-29A4-55D3-5295-050C5CE9A279}"/>
              </a:ext>
            </a:extLst>
          </p:cNvPr>
          <p:cNvCxnSpPr>
            <a:cxnSpLocks/>
          </p:cNvCxnSpPr>
          <p:nvPr/>
        </p:nvCxnSpPr>
        <p:spPr>
          <a:xfrm flipV="1">
            <a:off x="2446037" y="2726719"/>
            <a:ext cx="626226" cy="27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60278D5-E58C-1DB9-76C0-A9BBD749F8C3}"/>
              </a:ext>
            </a:extLst>
          </p:cNvPr>
          <p:cNvSpPr txBox="1"/>
          <p:nvPr/>
        </p:nvSpPr>
        <p:spPr>
          <a:xfrm>
            <a:off x="8689407" y="3548765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919AA21-8ED0-530D-4210-09B7940C0084}"/>
              </a:ext>
            </a:extLst>
          </p:cNvPr>
          <p:cNvCxnSpPr>
            <a:cxnSpLocks/>
          </p:cNvCxnSpPr>
          <p:nvPr/>
        </p:nvCxnSpPr>
        <p:spPr>
          <a:xfrm flipV="1">
            <a:off x="9445557" y="3146328"/>
            <a:ext cx="0" cy="461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1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294722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E1C9B6A-7C83-692D-FCD6-39A469795918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E1C9B6A-7C83-692D-FCD6-39A469795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0194CEB-DFEF-1EC5-DFE6-15792756AF02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0194CEB-DFEF-1EC5-DFE6-15792756A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B8781AE-2BFB-04D0-0065-82FCC2BCB9F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FF894493-B809-0F15-008B-83EFC7FF10E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48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E1C9B6A-7C83-692D-FCD6-39A469795918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E1C9B6A-7C83-692D-FCD6-39A469795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0194CEB-DFEF-1EC5-DFE6-15792756AF02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0194CEB-DFEF-1EC5-DFE6-15792756A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B8781AE-2BFB-04D0-0065-82FCC2BCB9F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FF894493-B809-0F15-008B-83EFC7FF10E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9010792-E506-EF89-A63A-C1A2CDDDC4E8}"/>
              </a:ext>
            </a:extLst>
          </p:cNvPr>
          <p:cNvCxnSpPr>
            <a:cxnSpLocks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5126D2F0-CA44-E48C-A906-11683E7245E1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</p:spTree>
    <p:extLst>
      <p:ext uri="{BB962C8B-B14F-4D97-AF65-F5344CB8AC3E}">
        <p14:creationId xmlns:p14="http://schemas.microsoft.com/office/powerpoint/2010/main" val="99330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302628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rgbClr val="D3CA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1631803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rgbClr val="D3CA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rgbClr val="EEF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3538603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rgbClr val="D3CA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360747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1460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rgbClr val="EEF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EEF325"/>
              </a:highlight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1680319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 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3446" cy="369332"/>
              </a:xfrm>
              <a:prstGeom prst="rect">
                <a:avLst/>
              </a:prstGeom>
              <a:blipFill>
                <a:blip r:embed="rId5"/>
                <a:stretch>
                  <a:fillRect l="-221" t="-26667" r="-2655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675C188-B885-F616-904A-10AD34FA2142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3E6AFE6-95FC-CC9D-3C40-4BEF0AE4A4AE}"/>
                  </a:ext>
                </a:extLst>
              </p:cNvPr>
              <p:cNvSpPr txBox="1"/>
              <p:nvPr/>
            </p:nvSpPr>
            <p:spPr>
              <a:xfrm rot="960814">
                <a:off x="7617382" y="1739593"/>
                <a:ext cx="4932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3E6AFE6-95FC-CC9D-3C40-4BEF0AE4A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60814">
                <a:off x="7617382" y="1739593"/>
                <a:ext cx="4932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543A3AB-8825-2431-8AFE-A70935F6DE0C}"/>
                  </a:ext>
                </a:extLst>
              </p:cNvPr>
              <p:cNvSpPr txBox="1"/>
              <p:nvPr/>
            </p:nvSpPr>
            <p:spPr>
              <a:xfrm rot="20295690">
                <a:off x="7384153" y="2529708"/>
                <a:ext cx="5014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543A3AB-8825-2431-8AFE-A70935F6D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295690">
                <a:off x="7384153" y="2529708"/>
                <a:ext cx="50148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543BBF18-C81E-3A49-B45B-A853B9CF3826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E36981B-66C2-DBB5-E1DA-68FEC1C050D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1652994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DF8248A0-742F-77DE-B37F-E3BE5F696D25}"/>
              </a:ext>
            </a:extLst>
          </p:cNvPr>
          <p:cNvSpPr/>
          <p:nvPr/>
        </p:nvSpPr>
        <p:spPr>
          <a:xfrm>
            <a:off x="2266657" y="2225333"/>
            <a:ext cx="933743" cy="8721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A03CFE4-946B-9A98-69B5-14E0A5E7A209}"/>
              </a:ext>
            </a:extLst>
          </p:cNvPr>
          <p:cNvSpPr/>
          <p:nvPr/>
        </p:nvSpPr>
        <p:spPr>
          <a:xfrm rot="21229488">
            <a:off x="1089830" y="1779936"/>
            <a:ext cx="1395484" cy="755136"/>
          </a:xfrm>
          <a:custGeom>
            <a:avLst/>
            <a:gdLst>
              <a:gd name="connsiteX0" fmla="*/ 1183944 w 1395484"/>
              <a:gd name="connsiteY0" fmla="*/ 755136 h 755136"/>
              <a:gd name="connsiteX1" fmla="*/ 1183944 w 1395484"/>
              <a:gd name="connsiteY1" fmla="*/ 755136 h 755136"/>
              <a:gd name="connsiteX2" fmla="*/ 1180532 w 1395484"/>
              <a:gd name="connsiteY2" fmla="*/ 690309 h 755136"/>
              <a:gd name="connsiteX3" fmla="*/ 1166884 w 1395484"/>
              <a:gd name="connsiteY3" fmla="*/ 659601 h 755136"/>
              <a:gd name="connsiteX4" fmla="*/ 1146412 w 1395484"/>
              <a:gd name="connsiteY4" fmla="*/ 622070 h 755136"/>
              <a:gd name="connsiteX5" fmla="*/ 1139588 w 1395484"/>
              <a:gd name="connsiteY5" fmla="*/ 611834 h 755136"/>
              <a:gd name="connsiteX6" fmla="*/ 1115705 w 1395484"/>
              <a:gd name="connsiteY6" fmla="*/ 598187 h 755136"/>
              <a:gd name="connsiteX7" fmla="*/ 1108881 w 1395484"/>
              <a:gd name="connsiteY7" fmla="*/ 587951 h 755136"/>
              <a:gd name="connsiteX8" fmla="*/ 1088409 w 1395484"/>
              <a:gd name="connsiteY8" fmla="*/ 577715 h 755136"/>
              <a:gd name="connsiteX9" fmla="*/ 1071349 w 1395484"/>
              <a:gd name="connsiteY9" fmla="*/ 567479 h 755136"/>
              <a:gd name="connsiteX10" fmla="*/ 1047466 w 1395484"/>
              <a:gd name="connsiteY10" fmla="*/ 550419 h 755136"/>
              <a:gd name="connsiteX11" fmla="*/ 1033818 w 1395484"/>
              <a:gd name="connsiteY11" fmla="*/ 543596 h 755136"/>
              <a:gd name="connsiteX12" fmla="*/ 1023582 w 1395484"/>
              <a:gd name="connsiteY12" fmla="*/ 536772 h 755136"/>
              <a:gd name="connsiteX13" fmla="*/ 1006523 w 1395484"/>
              <a:gd name="connsiteY13" fmla="*/ 529948 h 755136"/>
              <a:gd name="connsiteX14" fmla="*/ 996287 w 1395484"/>
              <a:gd name="connsiteY14" fmla="*/ 523124 h 755136"/>
              <a:gd name="connsiteX15" fmla="*/ 965579 w 1395484"/>
              <a:gd name="connsiteY15" fmla="*/ 512888 h 755136"/>
              <a:gd name="connsiteX16" fmla="*/ 928048 w 1395484"/>
              <a:gd name="connsiteY16" fmla="*/ 506064 h 755136"/>
              <a:gd name="connsiteX17" fmla="*/ 917812 w 1395484"/>
              <a:gd name="connsiteY17" fmla="*/ 502652 h 755136"/>
              <a:gd name="connsiteX18" fmla="*/ 907576 w 1395484"/>
              <a:gd name="connsiteY18" fmla="*/ 495828 h 755136"/>
              <a:gd name="connsiteX19" fmla="*/ 876869 w 1395484"/>
              <a:gd name="connsiteY19" fmla="*/ 492416 h 755136"/>
              <a:gd name="connsiteX20" fmla="*/ 825690 w 1395484"/>
              <a:gd name="connsiteY20" fmla="*/ 485593 h 755136"/>
              <a:gd name="connsiteX21" fmla="*/ 815454 w 1395484"/>
              <a:gd name="connsiteY21" fmla="*/ 482181 h 755136"/>
              <a:gd name="connsiteX22" fmla="*/ 784747 w 1395484"/>
              <a:gd name="connsiteY22" fmla="*/ 478769 h 755136"/>
              <a:gd name="connsiteX23" fmla="*/ 716508 w 1395484"/>
              <a:gd name="connsiteY23" fmla="*/ 485593 h 755136"/>
              <a:gd name="connsiteX24" fmla="*/ 696036 w 1395484"/>
              <a:gd name="connsiteY24" fmla="*/ 516300 h 755136"/>
              <a:gd name="connsiteX25" fmla="*/ 682388 w 1395484"/>
              <a:gd name="connsiteY25" fmla="*/ 526536 h 755136"/>
              <a:gd name="connsiteX26" fmla="*/ 668741 w 1395484"/>
              <a:gd name="connsiteY26" fmla="*/ 533360 h 755136"/>
              <a:gd name="connsiteX27" fmla="*/ 655093 w 1395484"/>
              <a:gd name="connsiteY27" fmla="*/ 543596 h 755136"/>
              <a:gd name="connsiteX28" fmla="*/ 641445 w 1395484"/>
              <a:gd name="connsiteY28" fmla="*/ 550419 h 755136"/>
              <a:gd name="connsiteX29" fmla="*/ 624385 w 1395484"/>
              <a:gd name="connsiteY29" fmla="*/ 564067 h 755136"/>
              <a:gd name="connsiteX30" fmla="*/ 600502 w 1395484"/>
              <a:gd name="connsiteY30" fmla="*/ 577715 h 755136"/>
              <a:gd name="connsiteX31" fmla="*/ 573206 w 1395484"/>
              <a:gd name="connsiteY31" fmla="*/ 598187 h 755136"/>
              <a:gd name="connsiteX32" fmla="*/ 545911 w 1395484"/>
              <a:gd name="connsiteY32" fmla="*/ 611834 h 755136"/>
              <a:gd name="connsiteX33" fmla="*/ 532263 w 1395484"/>
              <a:gd name="connsiteY33" fmla="*/ 618658 h 755136"/>
              <a:gd name="connsiteX34" fmla="*/ 498144 w 1395484"/>
              <a:gd name="connsiteY34" fmla="*/ 639130 h 755136"/>
              <a:gd name="connsiteX35" fmla="*/ 487908 w 1395484"/>
              <a:gd name="connsiteY35" fmla="*/ 645954 h 755136"/>
              <a:gd name="connsiteX36" fmla="*/ 477672 w 1395484"/>
              <a:gd name="connsiteY36" fmla="*/ 656190 h 755136"/>
              <a:gd name="connsiteX37" fmla="*/ 464024 w 1395484"/>
              <a:gd name="connsiteY37" fmla="*/ 659601 h 755136"/>
              <a:gd name="connsiteX38" fmla="*/ 450376 w 1395484"/>
              <a:gd name="connsiteY38" fmla="*/ 669837 h 755136"/>
              <a:gd name="connsiteX39" fmla="*/ 440141 w 1395484"/>
              <a:gd name="connsiteY39" fmla="*/ 673249 h 755136"/>
              <a:gd name="connsiteX40" fmla="*/ 429905 w 1395484"/>
              <a:gd name="connsiteY40" fmla="*/ 683485 h 755136"/>
              <a:gd name="connsiteX41" fmla="*/ 419669 w 1395484"/>
              <a:gd name="connsiteY41" fmla="*/ 686897 h 755136"/>
              <a:gd name="connsiteX42" fmla="*/ 409433 w 1395484"/>
              <a:gd name="connsiteY42" fmla="*/ 693721 h 755136"/>
              <a:gd name="connsiteX43" fmla="*/ 412845 w 1395484"/>
              <a:gd name="connsiteY43" fmla="*/ 683485 h 755136"/>
              <a:gd name="connsiteX44" fmla="*/ 429905 w 1395484"/>
              <a:gd name="connsiteY44" fmla="*/ 659601 h 755136"/>
              <a:gd name="connsiteX45" fmla="*/ 443552 w 1395484"/>
              <a:gd name="connsiteY45" fmla="*/ 639130 h 755136"/>
              <a:gd name="connsiteX46" fmla="*/ 450376 w 1395484"/>
              <a:gd name="connsiteY46" fmla="*/ 628894 h 755136"/>
              <a:gd name="connsiteX47" fmla="*/ 457200 w 1395484"/>
              <a:gd name="connsiteY47" fmla="*/ 615246 h 755136"/>
              <a:gd name="connsiteX48" fmla="*/ 467436 w 1395484"/>
              <a:gd name="connsiteY48" fmla="*/ 608422 h 755136"/>
              <a:gd name="connsiteX49" fmla="*/ 484496 w 1395484"/>
              <a:gd name="connsiteY49" fmla="*/ 594775 h 755136"/>
              <a:gd name="connsiteX50" fmla="*/ 494732 w 1395484"/>
              <a:gd name="connsiteY50" fmla="*/ 587951 h 755136"/>
              <a:gd name="connsiteX51" fmla="*/ 508379 w 1395484"/>
              <a:gd name="connsiteY51" fmla="*/ 577715 h 755136"/>
              <a:gd name="connsiteX52" fmla="*/ 549323 w 1395484"/>
              <a:gd name="connsiteY52" fmla="*/ 567479 h 755136"/>
              <a:gd name="connsiteX53" fmla="*/ 562970 w 1395484"/>
              <a:gd name="connsiteY53" fmla="*/ 564067 h 755136"/>
              <a:gd name="connsiteX54" fmla="*/ 576618 w 1395484"/>
              <a:gd name="connsiteY54" fmla="*/ 560655 h 755136"/>
              <a:gd name="connsiteX55" fmla="*/ 580030 w 1395484"/>
              <a:gd name="connsiteY55" fmla="*/ 550419 h 755136"/>
              <a:gd name="connsiteX56" fmla="*/ 590266 w 1395484"/>
              <a:gd name="connsiteY56" fmla="*/ 547007 h 755136"/>
              <a:gd name="connsiteX57" fmla="*/ 580030 w 1395484"/>
              <a:gd name="connsiteY57" fmla="*/ 536772 h 755136"/>
              <a:gd name="connsiteX58" fmla="*/ 549323 w 1395484"/>
              <a:gd name="connsiteY58" fmla="*/ 529948 h 755136"/>
              <a:gd name="connsiteX59" fmla="*/ 528851 w 1395484"/>
              <a:gd name="connsiteY59" fmla="*/ 526536 h 755136"/>
              <a:gd name="connsiteX60" fmla="*/ 518615 w 1395484"/>
              <a:gd name="connsiteY60" fmla="*/ 523124 h 755136"/>
              <a:gd name="connsiteX61" fmla="*/ 453788 w 1395484"/>
              <a:gd name="connsiteY61" fmla="*/ 519712 h 755136"/>
              <a:gd name="connsiteX62" fmla="*/ 423081 w 1395484"/>
              <a:gd name="connsiteY62" fmla="*/ 516300 h 755136"/>
              <a:gd name="connsiteX63" fmla="*/ 382138 w 1395484"/>
              <a:gd name="connsiteY63" fmla="*/ 509476 h 755136"/>
              <a:gd name="connsiteX64" fmla="*/ 334370 w 1395484"/>
              <a:gd name="connsiteY64" fmla="*/ 506064 h 755136"/>
              <a:gd name="connsiteX65" fmla="*/ 303663 w 1395484"/>
              <a:gd name="connsiteY65" fmla="*/ 502652 h 755136"/>
              <a:gd name="connsiteX66" fmla="*/ 249072 w 1395484"/>
              <a:gd name="connsiteY66" fmla="*/ 499240 h 755136"/>
              <a:gd name="connsiteX67" fmla="*/ 208129 w 1395484"/>
              <a:gd name="connsiteY67" fmla="*/ 492416 h 755136"/>
              <a:gd name="connsiteX68" fmla="*/ 112594 w 1395484"/>
              <a:gd name="connsiteY68" fmla="*/ 485593 h 755136"/>
              <a:gd name="connsiteX69" fmla="*/ 88711 w 1395484"/>
              <a:gd name="connsiteY69" fmla="*/ 482181 h 755136"/>
              <a:gd name="connsiteX70" fmla="*/ 58003 w 1395484"/>
              <a:gd name="connsiteY70" fmla="*/ 468533 h 755136"/>
              <a:gd name="connsiteX71" fmla="*/ 44355 w 1395484"/>
              <a:gd name="connsiteY71" fmla="*/ 461709 h 755136"/>
              <a:gd name="connsiteX72" fmla="*/ 23884 w 1395484"/>
              <a:gd name="connsiteY72" fmla="*/ 441237 h 755136"/>
              <a:gd name="connsiteX73" fmla="*/ 0 w 1395484"/>
              <a:gd name="connsiteY73" fmla="*/ 427590 h 755136"/>
              <a:gd name="connsiteX74" fmla="*/ 85299 w 1395484"/>
              <a:gd name="connsiteY74" fmla="*/ 424178 h 755136"/>
              <a:gd name="connsiteX75" fmla="*/ 95535 w 1395484"/>
              <a:gd name="connsiteY75" fmla="*/ 427590 h 755136"/>
              <a:gd name="connsiteX76" fmla="*/ 122830 w 1395484"/>
              <a:gd name="connsiteY76" fmla="*/ 434413 h 755136"/>
              <a:gd name="connsiteX77" fmla="*/ 136478 w 1395484"/>
              <a:gd name="connsiteY77" fmla="*/ 437825 h 755136"/>
              <a:gd name="connsiteX78" fmla="*/ 269544 w 1395484"/>
              <a:gd name="connsiteY78" fmla="*/ 448061 h 755136"/>
              <a:gd name="connsiteX79" fmla="*/ 440141 w 1395484"/>
              <a:gd name="connsiteY79" fmla="*/ 444649 h 755136"/>
              <a:gd name="connsiteX80" fmla="*/ 453788 w 1395484"/>
              <a:gd name="connsiteY80" fmla="*/ 441237 h 755136"/>
              <a:gd name="connsiteX81" fmla="*/ 487908 w 1395484"/>
              <a:gd name="connsiteY81" fmla="*/ 437825 h 755136"/>
              <a:gd name="connsiteX82" fmla="*/ 525439 w 1395484"/>
              <a:gd name="connsiteY82" fmla="*/ 431001 h 755136"/>
              <a:gd name="connsiteX83" fmla="*/ 542499 w 1395484"/>
              <a:gd name="connsiteY83" fmla="*/ 427590 h 755136"/>
              <a:gd name="connsiteX84" fmla="*/ 580030 w 1395484"/>
              <a:gd name="connsiteY84" fmla="*/ 424178 h 755136"/>
              <a:gd name="connsiteX85" fmla="*/ 556147 w 1395484"/>
              <a:gd name="connsiteY85" fmla="*/ 410530 h 755136"/>
              <a:gd name="connsiteX86" fmla="*/ 542499 w 1395484"/>
              <a:gd name="connsiteY86" fmla="*/ 407118 h 755136"/>
              <a:gd name="connsiteX87" fmla="*/ 511791 w 1395484"/>
              <a:gd name="connsiteY87" fmla="*/ 396882 h 755136"/>
              <a:gd name="connsiteX88" fmla="*/ 494732 w 1395484"/>
              <a:gd name="connsiteY88" fmla="*/ 379822 h 755136"/>
              <a:gd name="connsiteX89" fmla="*/ 470848 w 1395484"/>
              <a:gd name="connsiteY89" fmla="*/ 355939 h 755136"/>
              <a:gd name="connsiteX90" fmla="*/ 460612 w 1395484"/>
              <a:gd name="connsiteY90" fmla="*/ 342291 h 755136"/>
              <a:gd name="connsiteX91" fmla="*/ 450376 w 1395484"/>
              <a:gd name="connsiteY91" fmla="*/ 335467 h 755136"/>
              <a:gd name="connsiteX92" fmla="*/ 426493 w 1395484"/>
              <a:gd name="connsiteY92" fmla="*/ 321819 h 755136"/>
              <a:gd name="connsiteX93" fmla="*/ 416257 w 1395484"/>
              <a:gd name="connsiteY93" fmla="*/ 308172 h 755136"/>
              <a:gd name="connsiteX94" fmla="*/ 406021 w 1395484"/>
              <a:gd name="connsiteY94" fmla="*/ 297936 h 755136"/>
              <a:gd name="connsiteX95" fmla="*/ 395785 w 1395484"/>
              <a:gd name="connsiteY95" fmla="*/ 280876 h 755136"/>
              <a:gd name="connsiteX96" fmla="*/ 388961 w 1395484"/>
              <a:gd name="connsiteY96" fmla="*/ 256993 h 755136"/>
              <a:gd name="connsiteX97" fmla="*/ 382138 w 1395484"/>
              <a:gd name="connsiteY97" fmla="*/ 229697 h 755136"/>
              <a:gd name="connsiteX98" fmla="*/ 354842 w 1395484"/>
              <a:gd name="connsiteY98" fmla="*/ 202401 h 755136"/>
              <a:gd name="connsiteX99" fmla="*/ 341194 w 1395484"/>
              <a:gd name="connsiteY99" fmla="*/ 195578 h 755136"/>
              <a:gd name="connsiteX100" fmla="*/ 320723 w 1395484"/>
              <a:gd name="connsiteY100" fmla="*/ 181930 h 755136"/>
              <a:gd name="connsiteX101" fmla="*/ 310487 w 1395484"/>
              <a:gd name="connsiteY101" fmla="*/ 175106 h 755136"/>
              <a:gd name="connsiteX102" fmla="*/ 300251 w 1395484"/>
              <a:gd name="connsiteY102" fmla="*/ 171694 h 755136"/>
              <a:gd name="connsiteX103" fmla="*/ 279779 w 1395484"/>
              <a:gd name="connsiteY103" fmla="*/ 161458 h 755136"/>
              <a:gd name="connsiteX104" fmla="*/ 259308 w 1395484"/>
              <a:gd name="connsiteY104" fmla="*/ 151222 h 755136"/>
              <a:gd name="connsiteX105" fmla="*/ 252484 w 1395484"/>
              <a:gd name="connsiteY105" fmla="*/ 140987 h 755136"/>
              <a:gd name="connsiteX106" fmla="*/ 262720 w 1395484"/>
              <a:gd name="connsiteY106" fmla="*/ 137575 h 755136"/>
              <a:gd name="connsiteX107" fmla="*/ 283191 w 1395484"/>
              <a:gd name="connsiteY107" fmla="*/ 144399 h 755136"/>
              <a:gd name="connsiteX108" fmla="*/ 307075 w 1395484"/>
              <a:gd name="connsiteY108" fmla="*/ 151222 h 755136"/>
              <a:gd name="connsiteX109" fmla="*/ 351430 w 1395484"/>
              <a:gd name="connsiteY109" fmla="*/ 144399 h 755136"/>
              <a:gd name="connsiteX110" fmla="*/ 348018 w 1395484"/>
              <a:gd name="connsiteY110" fmla="*/ 127339 h 755136"/>
              <a:gd name="connsiteX111" fmla="*/ 324135 w 1395484"/>
              <a:gd name="connsiteY111" fmla="*/ 93219 h 755136"/>
              <a:gd name="connsiteX112" fmla="*/ 320723 w 1395484"/>
              <a:gd name="connsiteY112" fmla="*/ 72748 h 755136"/>
              <a:gd name="connsiteX113" fmla="*/ 313899 w 1395484"/>
              <a:gd name="connsiteY113" fmla="*/ 62512 h 755136"/>
              <a:gd name="connsiteX114" fmla="*/ 310487 w 1395484"/>
              <a:gd name="connsiteY114" fmla="*/ 52276 h 755136"/>
              <a:gd name="connsiteX115" fmla="*/ 313899 w 1395484"/>
              <a:gd name="connsiteY115" fmla="*/ 1097 h 755136"/>
              <a:gd name="connsiteX116" fmla="*/ 324135 w 1395484"/>
              <a:gd name="connsiteY116" fmla="*/ 7921 h 755136"/>
              <a:gd name="connsiteX117" fmla="*/ 341194 w 1395484"/>
              <a:gd name="connsiteY117" fmla="*/ 28393 h 755136"/>
              <a:gd name="connsiteX118" fmla="*/ 354842 w 1395484"/>
              <a:gd name="connsiteY118" fmla="*/ 52276 h 755136"/>
              <a:gd name="connsiteX119" fmla="*/ 361666 w 1395484"/>
              <a:gd name="connsiteY119" fmla="*/ 69336 h 755136"/>
              <a:gd name="connsiteX120" fmla="*/ 368490 w 1395484"/>
              <a:gd name="connsiteY120" fmla="*/ 79572 h 755136"/>
              <a:gd name="connsiteX121" fmla="*/ 385549 w 1395484"/>
              <a:gd name="connsiteY121" fmla="*/ 110279 h 755136"/>
              <a:gd name="connsiteX122" fmla="*/ 392373 w 1395484"/>
              <a:gd name="connsiteY122" fmla="*/ 137575 h 755136"/>
              <a:gd name="connsiteX123" fmla="*/ 395785 w 1395484"/>
              <a:gd name="connsiteY123" fmla="*/ 158046 h 755136"/>
              <a:gd name="connsiteX124" fmla="*/ 409433 w 1395484"/>
              <a:gd name="connsiteY124" fmla="*/ 185342 h 755136"/>
              <a:gd name="connsiteX125" fmla="*/ 416257 w 1395484"/>
              <a:gd name="connsiteY125" fmla="*/ 198990 h 755136"/>
              <a:gd name="connsiteX126" fmla="*/ 433317 w 1395484"/>
              <a:gd name="connsiteY126" fmla="*/ 222873 h 755136"/>
              <a:gd name="connsiteX127" fmla="*/ 446964 w 1395484"/>
              <a:gd name="connsiteY127" fmla="*/ 233109 h 755136"/>
              <a:gd name="connsiteX128" fmla="*/ 460612 w 1395484"/>
              <a:gd name="connsiteY128" fmla="*/ 246757 h 755136"/>
              <a:gd name="connsiteX129" fmla="*/ 467436 w 1395484"/>
              <a:gd name="connsiteY129" fmla="*/ 256993 h 755136"/>
              <a:gd name="connsiteX130" fmla="*/ 481084 w 1395484"/>
              <a:gd name="connsiteY130" fmla="*/ 263816 h 755136"/>
              <a:gd name="connsiteX131" fmla="*/ 501555 w 1395484"/>
              <a:gd name="connsiteY131" fmla="*/ 280876 h 755136"/>
              <a:gd name="connsiteX132" fmla="*/ 511791 w 1395484"/>
              <a:gd name="connsiteY132" fmla="*/ 284288 h 755136"/>
              <a:gd name="connsiteX133" fmla="*/ 522027 w 1395484"/>
              <a:gd name="connsiteY133" fmla="*/ 297936 h 755136"/>
              <a:gd name="connsiteX134" fmla="*/ 535675 w 1395484"/>
              <a:gd name="connsiteY134" fmla="*/ 304760 h 755136"/>
              <a:gd name="connsiteX135" fmla="*/ 545911 w 1395484"/>
              <a:gd name="connsiteY135" fmla="*/ 311584 h 755136"/>
              <a:gd name="connsiteX136" fmla="*/ 573206 w 1395484"/>
              <a:gd name="connsiteY136" fmla="*/ 332055 h 755136"/>
              <a:gd name="connsiteX137" fmla="*/ 590266 w 1395484"/>
              <a:gd name="connsiteY137" fmla="*/ 345703 h 755136"/>
              <a:gd name="connsiteX138" fmla="*/ 600502 w 1395484"/>
              <a:gd name="connsiteY138" fmla="*/ 359351 h 755136"/>
              <a:gd name="connsiteX139" fmla="*/ 627797 w 1395484"/>
              <a:gd name="connsiteY139" fmla="*/ 372999 h 755136"/>
              <a:gd name="connsiteX140" fmla="*/ 665329 w 1395484"/>
              <a:gd name="connsiteY140" fmla="*/ 379822 h 755136"/>
              <a:gd name="connsiteX141" fmla="*/ 678976 w 1395484"/>
              <a:gd name="connsiteY141" fmla="*/ 386646 h 755136"/>
              <a:gd name="connsiteX142" fmla="*/ 706272 w 1395484"/>
              <a:gd name="connsiteY142" fmla="*/ 393470 h 755136"/>
              <a:gd name="connsiteX143" fmla="*/ 801806 w 1395484"/>
              <a:gd name="connsiteY143" fmla="*/ 400294 h 755136"/>
              <a:gd name="connsiteX144" fmla="*/ 818866 w 1395484"/>
              <a:gd name="connsiteY144" fmla="*/ 403706 h 755136"/>
              <a:gd name="connsiteX145" fmla="*/ 829102 w 1395484"/>
              <a:gd name="connsiteY145" fmla="*/ 400294 h 755136"/>
              <a:gd name="connsiteX146" fmla="*/ 815454 w 1395484"/>
              <a:gd name="connsiteY146" fmla="*/ 379822 h 755136"/>
              <a:gd name="connsiteX147" fmla="*/ 798394 w 1395484"/>
              <a:gd name="connsiteY147" fmla="*/ 362763 h 755136"/>
              <a:gd name="connsiteX148" fmla="*/ 781335 w 1395484"/>
              <a:gd name="connsiteY148" fmla="*/ 335467 h 755136"/>
              <a:gd name="connsiteX149" fmla="*/ 774511 w 1395484"/>
              <a:gd name="connsiteY149" fmla="*/ 321819 h 755136"/>
              <a:gd name="connsiteX150" fmla="*/ 764275 w 1395484"/>
              <a:gd name="connsiteY150" fmla="*/ 311584 h 755136"/>
              <a:gd name="connsiteX151" fmla="*/ 757451 w 1395484"/>
              <a:gd name="connsiteY151" fmla="*/ 301348 h 755136"/>
              <a:gd name="connsiteX152" fmla="*/ 743803 w 1395484"/>
              <a:gd name="connsiteY152" fmla="*/ 287700 h 755136"/>
              <a:gd name="connsiteX153" fmla="*/ 736979 w 1395484"/>
              <a:gd name="connsiteY153" fmla="*/ 274052 h 755136"/>
              <a:gd name="connsiteX154" fmla="*/ 719920 w 1395484"/>
              <a:gd name="connsiteY154" fmla="*/ 250169 h 755136"/>
              <a:gd name="connsiteX155" fmla="*/ 709684 w 1395484"/>
              <a:gd name="connsiteY155" fmla="*/ 239933 h 755136"/>
              <a:gd name="connsiteX156" fmla="*/ 696036 w 1395484"/>
              <a:gd name="connsiteY156" fmla="*/ 216049 h 755136"/>
              <a:gd name="connsiteX157" fmla="*/ 692624 w 1395484"/>
              <a:gd name="connsiteY157" fmla="*/ 205813 h 755136"/>
              <a:gd name="connsiteX158" fmla="*/ 682388 w 1395484"/>
              <a:gd name="connsiteY158" fmla="*/ 185342 h 755136"/>
              <a:gd name="connsiteX159" fmla="*/ 658505 w 1395484"/>
              <a:gd name="connsiteY159" fmla="*/ 154634 h 755136"/>
              <a:gd name="connsiteX160" fmla="*/ 651681 w 1395484"/>
              <a:gd name="connsiteY160" fmla="*/ 130751 h 755136"/>
              <a:gd name="connsiteX161" fmla="*/ 644857 w 1395484"/>
              <a:gd name="connsiteY161" fmla="*/ 103455 h 755136"/>
              <a:gd name="connsiteX162" fmla="*/ 638033 w 1395484"/>
              <a:gd name="connsiteY162" fmla="*/ 59100 h 755136"/>
              <a:gd name="connsiteX163" fmla="*/ 641445 w 1395484"/>
              <a:gd name="connsiteY163" fmla="*/ 21569 h 755136"/>
              <a:gd name="connsiteX164" fmla="*/ 648269 w 1395484"/>
              <a:gd name="connsiteY164" fmla="*/ 31804 h 755136"/>
              <a:gd name="connsiteX165" fmla="*/ 655093 w 1395484"/>
              <a:gd name="connsiteY165" fmla="*/ 48864 h 755136"/>
              <a:gd name="connsiteX166" fmla="*/ 661917 w 1395484"/>
              <a:gd name="connsiteY166" fmla="*/ 59100 h 755136"/>
              <a:gd name="connsiteX167" fmla="*/ 682388 w 1395484"/>
              <a:gd name="connsiteY167" fmla="*/ 86396 h 755136"/>
              <a:gd name="connsiteX168" fmla="*/ 696036 w 1395484"/>
              <a:gd name="connsiteY168" fmla="*/ 106867 h 755136"/>
              <a:gd name="connsiteX169" fmla="*/ 719920 w 1395484"/>
              <a:gd name="connsiteY169" fmla="*/ 137575 h 755136"/>
              <a:gd name="connsiteX170" fmla="*/ 730155 w 1395484"/>
              <a:gd name="connsiteY170" fmla="*/ 144399 h 755136"/>
              <a:gd name="connsiteX171" fmla="*/ 754039 w 1395484"/>
              <a:gd name="connsiteY171" fmla="*/ 168282 h 755136"/>
              <a:gd name="connsiteX172" fmla="*/ 767687 w 1395484"/>
              <a:gd name="connsiteY172" fmla="*/ 181930 h 755136"/>
              <a:gd name="connsiteX173" fmla="*/ 784747 w 1395484"/>
              <a:gd name="connsiteY173" fmla="*/ 195578 h 755136"/>
              <a:gd name="connsiteX174" fmla="*/ 798394 w 1395484"/>
              <a:gd name="connsiteY174" fmla="*/ 209225 h 755136"/>
              <a:gd name="connsiteX175" fmla="*/ 808630 w 1395484"/>
              <a:gd name="connsiteY175" fmla="*/ 192166 h 755136"/>
              <a:gd name="connsiteX176" fmla="*/ 812042 w 1395484"/>
              <a:gd name="connsiteY176" fmla="*/ 120515 h 755136"/>
              <a:gd name="connsiteX177" fmla="*/ 815454 w 1395484"/>
              <a:gd name="connsiteY177" fmla="*/ 106867 h 755136"/>
              <a:gd name="connsiteX178" fmla="*/ 818866 w 1395484"/>
              <a:gd name="connsiteY178" fmla="*/ 127339 h 755136"/>
              <a:gd name="connsiteX179" fmla="*/ 825690 w 1395484"/>
              <a:gd name="connsiteY179" fmla="*/ 144399 h 755136"/>
              <a:gd name="connsiteX180" fmla="*/ 832514 w 1395484"/>
              <a:gd name="connsiteY180" fmla="*/ 195578 h 755136"/>
              <a:gd name="connsiteX181" fmla="*/ 835926 w 1395484"/>
              <a:gd name="connsiteY181" fmla="*/ 236521 h 755136"/>
              <a:gd name="connsiteX182" fmla="*/ 846161 w 1395484"/>
              <a:gd name="connsiteY182" fmla="*/ 270640 h 755136"/>
              <a:gd name="connsiteX183" fmla="*/ 856397 w 1395484"/>
              <a:gd name="connsiteY183" fmla="*/ 301348 h 755136"/>
              <a:gd name="connsiteX184" fmla="*/ 859809 w 1395484"/>
              <a:gd name="connsiteY184" fmla="*/ 311584 h 755136"/>
              <a:gd name="connsiteX185" fmla="*/ 866633 w 1395484"/>
              <a:gd name="connsiteY185" fmla="*/ 325231 h 755136"/>
              <a:gd name="connsiteX186" fmla="*/ 873457 w 1395484"/>
              <a:gd name="connsiteY186" fmla="*/ 345703 h 755136"/>
              <a:gd name="connsiteX187" fmla="*/ 880281 w 1395484"/>
              <a:gd name="connsiteY187" fmla="*/ 366175 h 755136"/>
              <a:gd name="connsiteX188" fmla="*/ 890517 w 1395484"/>
              <a:gd name="connsiteY188" fmla="*/ 390058 h 755136"/>
              <a:gd name="connsiteX189" fmla="*/ 900752 w 1395484"/>
              <a:gd name="connsiteY189" fmla="*/ 396882 h 755136"/>
              <a:gd name="connsiteX190" fmla="*/ 924636 w 1395484"/>
              <a:gd name="connsiteY190" fmla="*/ 413942 h 755136"/>
              <a:gd name="connsiteX191" fmla="*/ 934872 w 1395484"/>
              <a:gd name="connsiteY191" fmla="*/ 417354 h 755136"/>
              <a:gd name="connsiteX192" fmla="*/ 945108 w 1395484"/>
              <a:gd name="connsiteY192" fmla="*/ 427590 h 755136"/>
              <a:gd name="connsiteX193" fmla="*/ 955344 w 1395484"/>
              <a:gd name="connsiteY193" fmla="*/ 431001 h 755136"/>
              <a:gd name="connsiteX194" fmla="*/ 972403 w 1395484"/>
              <a:gd name="connsiteY194" fmla="*/ 437825 h 755136"/>
              <a:gd name="connsiteX195" fmla="*/ 986051 w 1395484"/>
              <a:gd name="connsiteY195" fmla="*/ 441237 h 755136"/>
              <a:gd name="connsiteX196" fmla="*/ 996287 w 1395484"/>
              <a:gd name="connsiteY196" fmla="*/ 444649 h 755136"/>
              <a:gd name="connsiteX197" fmla="*/ 1023582 w 1395484"/>
              <a:gd name="connsiteY197" fmla="*/ 451473 h 755136"/>
              <a:gd name="connsiteX198" fmla="*/ 1061114 w 1395484"/>
              <a:gd name="connsiteY198" fmla="*/ 465121 h 755136"/>
              <a:gd name="connsiteX199" fmla="*/ 1081585 w 1395484"/>
              <a:gd name="connsiteY199" fmla="*/ 478769 h 755136"/>
              <a:gd name="connsiteX200" fmla="*/ 1095233 w 1395484"/>
              <a:gd name="connsiteY200" fmla="*/ 489004 h 755136"/>
              <a:gd name="connsiteX201" fmla="*/ 1108881 w 1395484"/>
              <a:gd name="connsiteY201" fmla="*/ 495828 h 755136"/>
              <a:gd name="connsiteX202" fmla="*/ 1132764 w 1395484"/>
              <a:gd name="connsiteY202" fmla="*/ 509476 h 755136"/>
              <a:gd name="connsiteX203" fmla="*/ 1160060 w 1395484"/>
              <a:gd name="connsiteY203" fmla="*/ 529948 h 755136"/>
              <a:gd name="connsiteX204" fmla="*/ 1177120 w 1395484"/>
              <a:gd name="connsiteY204" fmla="*/ 543596 h 755136"/>
              <a:gd name="connsiteX205" fmla="*/ 1194179 w 1395484"/>
              <a:gd name="connsiteY205" fmla="*/ 547007 h 755136"/>
              <a:gd name="connsiteX206" fmla="*/ 1241947 w 1395484"/>
              <a:gd name="connsiteY206" fmla="*/ 560655 h 755136"/>
              <a:gd name="connsiteX207" fmla="*/ 1255594 w 1395484"/>
              <a:gd name="connsiteY207" fmla="*/ 564067 h 755136"/>
              <a:gd name="connsiteX208" fmla="*/ 1279478 w 1395484"/>
              <a:gd name="connsiteY208" fmla="*/ 570891 h 755136"/>
              <a:gd name="connsiteX209" fmla="*/ 1323833 w 1395484"/>
              <a:gd name="connsiteY209" fmla="*/ 574303 h 755136"/>
              <a:gd name="connsiteX210" fmla="*/ 1395484 w 1395484"/>
              <a:gd name="connsiteY210" fmla="*/ 577715 h 755136"/>
              <a:gd name="connsiteX211" fmla="*/ 1183944 w 1395484"/>
              <a:gd name="connsiteY211" fmla="*/ 755136 h 7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1395484" h="755136">
                <a:moveTo>
                  <a:pt x="1183944" y="755136"/>
                </a:moveTo>
                <a:lnTo>
                  <a:pt x="1183944" y="755136"/>
                </a:lnTo>
                <a:cubicBezTo>
                  <a:pt x="1182807" y="733527"/>
                  <a:pt x="1182407" y="711867"/>
                  <a:pt x="1180532" y="690309"/>
                </a:cubicBezTo>
                <a:cubicBezTo>
                  <a:pt x="1179161" y="674546"/>
                  <a:pt x="1174371" y="674575"/>
                  <a:pt x="1166884" y="659601"/>
                </a:cubicBezTo>
                <a:cubicBezTo>
                  <a:pt x="1144865" y="615564"/>
                  <a:pt x="1168110" y="652447"/>
                  <a:pt x="1146412" y="622070"/>
                </a:cubicBezTo>
                <a:cubicBezTo>
                  <a:pt x="1144029" y="618733"/>
                  <a:pt x="1142488" y="614734"/>
                  <a:pt x="1139588" y="611834"/>
                </a:cubicBezTo>
                <a:cubicBezTo>
                  <a:pt x="1134765" y="607011"/>
                  <a:pt x="1121058" y="600864"/>
                  <a:pt x="1115705" y="598187"/>
                </a:cubicBezTo>
                <a:cubicBezTo>
                  <a:pt x="1113430" y="594775"/>
                  <a:pt x="1111781" y="590851"/>
                  <a:pt x="1108881" y="587951"/>
                </a:cubicBezTo>
                <a:cubicBezTo>
                  <a:pt x="1099103" y="578173"/>
                  <a:pt x="1099509" y="583265"/>
                  <a:pt x="1088409" y="577715"/>
                </a:cubicBezTo>
                <a:cubicBezTo>
                  <a:pt x="1082477" y="574749"/>
                  <a:pt x="1076867" y="571158"/>
                  <a:pt x="1071349" y="567479"/>
                </a:cubicBezTo>
                <a:cubicBezTo>
                  <a:pt x="1060364" y="560156"/>
                  <a:pt x="1058148" y="556522"/>
                  <a:pt x="1047466" y="550419"/>
                </a:cubicBezTo>
                <a:cubicBezTo>
                  <a:pt x="1043050" y="547896"/>
                  <a:pt x="1038234" y="546119"/>
                  <a:pt x="1033818" y="543596"/>
                </a:cubicBezTo>
                <a:cubicBezTo>
                  <a:pt x="1030258" y="541562"/>
                  <a:pt x="1027250" y="538606"/>
                  <a:pt x="1023582" y="536772"/>
                </a:cubicBezTo>
                <a:cubicBezTo>
                  <a:pt x="1018104" y="534033"/>
                  <a:pt x="1012001" y="532687"/>
                  <a:pt x="1006523" y="529948"/>
                </a:cubicBezTo>
                <a:cubicBezTo>
                  <a:pt x="1002855" y="528114"/>
                  <a:pt x="1000072" y="524701"/>
                  <a:pt x="996287" y="523124"/>
                </a:cubicBezTo>
                <a:cubicBezTo>
                  <a:pt x="986327" y="518974"/>
                  <a:pt x="976222" y="514662"/>
                  <a:pt x="965579" y="512888"/>
                </a:cubicBezTo>
                <a:cubicBezTo>
                  <a:pt x="956455" y="511367"/>
                  <a:pt x="937584" y="508448"/>
                  <a:pt x="928048" y="506064"/>
                </a:cubicBezTo>
                <a:cubicBezTo>
                  <a:pt x="924559" y="505192"/>
                  <a:pt x="921029" y="504260"/>
                  <a:pt x="917812" y="502652"/>
                </a:cubicBezTo>
                <a:cubicBezTo>
                  <a:pt x="914144" y="500818"/>
                  <a:pt x="911554" y="496823"/>
                  <a:pt x="907576" y="495828"/>
                </a:cubicBezTo>
                <a:cubicBezTo>
                  <a:pt x="897585" y="493330"/>
                  <a:pt x="887105" y="493553"/>
                  <a:pt x="876869" y="492416"/>
                </a:cubicBezTo>
                <a:cubicBezTo>
                  <a:pt x="843396" y="484048"/>
                  <a:pt x="888351" y="494543"/>
                  <a:pt x="825690" y="485593"/>
                </a:cubicBezTo>
                <a:cubicBezTo>
                  <a:pt x="822130" y="485084"/>
                  <a:pt x="819002" y="482772"/>
                  <a:pt x="815454" y="482181"/>
                </a:cubicBezTo>
                <a:cubicBezTo>
                  <a:pt x="805295" y="480488"/>
                  <a:pt x="794983" y="479906"/>
                  <a:pt x="784747" y="478769"/>
                </a:cubicBezTo>
                <a:cubicBezTo>
                  <a:pt x="762001" y="481044"/>
                  <a:pt x="738453" y="479192"/>
                  <a:pt x="716508" y="485593"/>
                </a:cubicBezTo>
                <a:cubicBezTo>
                  <a:pt x="704364" y="489135"/>
                  <a:pt x="702847" y="508354"/>
                  <a:pt x="696036" y="516300"/>
                </a:cubicBezTo>
                <a:cubicBezTo>
                  <a:pt x="692335" y="520618"/>
                  <a:pt x="687210" y="523522"/>
                  <a:pt x="682388" y="526536"/>
                </a:cubicBezTo>
                <a:cubicBezTo>
                  <a:pt x="678075" y="529232"/>
                  <a:pt x="673054" y="530664"/>
                  <a:pt x="668741" y="533360"/>
                </a:cubicBezTo>
                <a:cubicBezTo>
                  <a:pt x="663919" y="536374"/>
                  <a:pt x="659915" y="540582"/>
                  <a:pt x="655093" y="543596"/>
                </a:cubicBezTo>
                <a:cubicBezTo>
                  <a:pt x="650780" y="546292"/>
                  <a:pt x="645677" y="547598"/>
                  <a:pt x="641445" y="550419"/>
                </a:cubicBezTo>
                <a:cubicBezTo>
                  <a:pt x="635386" y="554458"/>
                  <a:pt x="630211" y="559698"/>
                  <a:pt x="624385" y="564067"/>
                </a:cubicBezTo>
                <a:cubicBezTo>
                  <a:pt x="611086" y="574041"/>
                  <a:pt x="616367" y="568649"/>
                  <a:pt x="600502" y="577715"/>
                </a:cubicBezTo>
                <a:cubicBezTo>
                  <a:pt x="571573" y="594246"/>
                  <a:pt x="615904" y="571912"/>
                  <a:pt x="573206" y="598187"/>
                </a:cubicBezTo>
                <a:cubicBezTo>
                  <a:pt x="564543" y="603518"/>
                  <a:pt x="555009" y="607285"/>
                  <a:pt x="545911" y="611834"/>
                </a:cubicBezTo>
                <a:cubicBezTo>
                  <a:pt x="541362" y="614109"/>
                  <a:pt x="536495" y="615837"/>
                  <a:pt x="532263" y="618658"/>
                </a:cubicBezTo>
                <a:cubicBezTo>
                  <a:pt x="482181" y="652046"/>
                  <a:pt x="534864" y="618146"/>
                  <a:pt x="498144" y="639130"/>
                </a:cubicBezTo>
                <a:cubicBezTo>
                  <a:pt x="494584" y="641165"/>
                  <a:pt x="491058" y="643329"/>
                  <a:pt x="487908" y="645954"/>
                </a:cubicBezTo>
                <a:cubicBezTo>
                  <a:pt x="484201" y="649043"/>
                  <a:pt x="481862" y="653796"/>
                  <a:pt x="477672" y="656190"/>
                </a:cubicBezTo>
                <a:cubicBezTo>
                  <a:pt x="473601" y="658516"/>
                  <a:pt x="468573" y="658464"/>
                  <a:pt x="464024" y="659601"/>
                </a:cubicBezTo>
                <a:cubicBezTo>
                  <a:pt x="459475" y="663013"/>
                  <a:pt x="455313" y="667016"/>
                  <a:pt x="450376" y="669837"/>
                </a:cubicBezTo>
                <a:cubicBezTo>
                  <a:pt x="447254" y="671621"/>
                  <a:pt x="443133" y="671254"/>
                  <a:pt x="440141" y="673249"/>
                </a:cubicBezTo>
                <a:cubicBezTo>
                  <a:pt x="436126" y="675926"/>
                  <a:pt x="433920" y="680808"/>
                  <a:pt x="429905" y="683485"/>
                </a:cubicBezTo>
                <a:cubicBezTo>
                  <a:pt x="426912" y="685480"/>
                  <a:pt x="422886" y="685289"/>
                  <a:pt x="419669" y="686897"/>
                </a:cubicBezTo>
                <a:cubicBezTo>
                  <a:pt x="416001" y="688731"/>
                  <a:pt x="412845" y="691446"/>
                  <a:pt x="409433" y="693721"/>
                </a:cubicBezTo>
                <a:cubicBezTo>
                  <a:pt x="410570" y="690309"/>
                  <a:pt x="411237" y="686702"/>
                  <a:pt x="412845" y="683485"/>
                </a:cubicBezTo>
                <a:cubicBezTo>
                  <a:pt x="415340" y="678496"/>
                  <a:pt x="427587" y="662692"/>
                  <a:pt x="429905" y="659601"/>
                </a:cubicBezTo>
                <a:cubicBezTo>
                  <a:pt x="435901" y="641614"/>
                  <a:pt x="429354" y="656168"/>
                  <a:pt x="443552" y="639130"/>
                </a:cubicBezTo>
                <a:cubicBezTo>
                  <a:pt x="446177" y="635980"/>
                  <a:pt x="448341" y="632454"/>
                  <a:pt x="450376" y="628894"/>
                </a:cubicBezTo>
                <a:cubicBezTo>
                  <a:pt x="452900" y="624478"/>
                  <a:pt x="453944" y="619153"/>
                  <a:pt x="457200" y="615246"/>
                </a:cubicBezTo>
                <a:cubicBezTo>
                  <a:pt x="459825" y="612096"/>
                  <a:pt x="464024" y="610697"/>
                  <a:pt x="467436" y="608422"/>
                </a:cubicBezTo>
                <a:cubicBezTo>
                  <a:pt x="478940" y="591168"/>
                  <a:pt x="468015" y="603015"/>
                  <a:pt x="484496" y="594775"/>
                </a:cubicBezTo>
                <a:cubicBezTo>
                  <a:pt x="488164" y="592941"/>
                  <a:pt x="491395" y="590335"/>
                  <a:pt x="494732" y="587951"/>
                </a:cubicBezTo>
                <a:cubicBezTo>
                  <a:pt x="499359" y="584646"/>
                  <a:pt x="503055" y="579712"/>
                  <a:pt x="508379" y="577715"/>
                </a:cubicBezTo>
                <a:cubicBezTo>
                  <a:pt x="521551" y="572775"/>
                  <a:pt x="535675" y="570891"/>
                  <a:pt x="549323" y="567479"/>
                </a:cubicBezTo>
                <a:lnTo>
                  <a:pt x="562970" y="564067"/>
                </a:lnTo>
                <a:lnTo>
                  <a:pt x="576618" y="560655"/>
                </a:lnTo>
                <a:cubicBezTo>
                  <a:pt x="577755" y="557243"/>
                  <a:pt x="577487" y="552962"/>
                  <a:pt x="580030" y="550419"/>
                </a:cubicBezTo>
                <a:cubicBezTo>
                  <a:pt x="582573" y="547876"/>
                  <a:pt x="590266" y="550604"/>
                  <a:pt x="590266" y="547007"/>
                </a:cubicBezTo>
                <a:cubicBezTo>
                  <a:pt x="590266" y="542182"/>
                  <a:pt x="584219" y="539166"/>
                  <a:pt x="580030" y="536772"/>
                </a:cubicBezTo>
                <a:cubicBezTo>
                  <a:pt x="577475" y="535312"/>
                  <a:pt x="550306" y="530127"/>
                  <a:pt x="549323" y="529948"/>
                </a:cubicBezTo>
                <a:cubicBezTo>
                  <a:pt x="542516" y="528710"/>
                  <a:pt x="535604" y="528037"/>
                  <a:pt x="528851" y="526536"/>
                </a:cubicBezTo>
                <a:cubicBezTo>
                  <a:pt x="525340" y="525756"/>
                  <a:pt x="522197" y="523450"/>
                  <a:pt x="518615" y="523124"/>
                </a:cubicBezTo>
                <a:cubicBezTo>
                  <a:pt x="497065" y="521165"/>
                  <a:pt x="475397" y="520849"/>
                  <a:pt x="453788" y="519712"/>
                </a:cubicBezTo>
                <a:cubicBezTo>
                  <a:pt x="443552" y="518575"/>
                  <a:pt x="433276" y="517756"/>
                  <a:pt x="423081" y="516300"/>
                </a:cubicBezTo>
                <a:cubicBezTo>
                  <a:pt x="389568" y="511512"/>
                  <a:pt x="423643" y="513429"/>
                  <a:pt x="382138" y="509476"/>
                </a:cubicBezTo>
                <a:cubicBezTo>
                  <a:pt x="366247" y="507963"/>
                  <a:pt x="350273" y="507447"/>
                  <a:pt x="334370" y="506064"/>
                </a:cubicBezTo>
                <a:cubicBezTo>
                  <a:pt x="324110" y="505172"/>
                  <a:pt x="313929" y="503473"/>
                  <a:pt x="303663" y="502652"/>
                </a:cubicBezTo>
                <a:cubicBezTo>
                  <a:pt x="285489" y="501198"/>
                  <a:pt x="267269" y="500377"/>
                  <a:pt x="249072" y="499240"/>
                </a:cubicBezTo>
                <a:cubicBezTo>
                  <a:pt x="233283" y="496082"/>
                  <a:pt x="225055" y="494109"/>
                  <a:pt x="208129" y="492416"/>
                </a:cubicBezTo>
                <a:cubicBezTo>
                  <a:pt x="189213" y="490524"/>
                  <a:pt x="129582" y="486725"/>
                  <a:pt x="112594" y="485593"/>
                </a:cubicBezTo>
                <a:cubicBezTo>
                  <a:pt x="104633" y="484456"/>
                  <a:pt x="96547" y="483989"/>
                  <a:pt x="88711" y="482181"/>
                </a:cubicBezTo>
                <a:cubicBezTo>
                  <a:pt x="63728" y="476416"/>
                  <a:pt x="74578" y="478004"/>
                  <a:pt x="58003" y="468533"/>
                </a:cubicBezTo>
                <a:cubicBezTo>
                  <a:pt x="53587" y="466009"/>
                  <a:pt x="48668" y="464405"/>
                  <a:pt x="44355" y="461709"/>
                </a:cubicBezTo>
                <a:cubicBezTo>
                  <a:pt x="14622" y="443125"/>
                  <a:pt x="43097" y="460450"/>
                  <a:pt x="23884" y="441237"/>
                </a:cubicBezTo>
                <a:cubicBezTo>
                  <a:pt x="19060" y="436413"/>
                  <a:pt x="5354" y="430267"/>
                  <a:pt x="0" y="427590"/>
                </a:cubicBezTo>
                <a:cubicBezTo>
                  <a:pt x="30477" y="407272"/>
                  <a:pt x="9802" y="418138"/>
                  <a:pt x="85299" y="424178"/>
                </a:cubicBezTo>
                <a:cubicBezTo>
                  <a:pt x="88884" y="424465"/>
                  <a:pt x="92065" y="426644"/>
                  <a:pt x="95535" y="427590"/>
                </a:cubicBezTo>
                <a:cubicBezTo>
                  <a:pt x="104583" y="430057"/>
                  <a:pt x="113732" y="432139"/>
                  <a:pt x="122830" y="434413"/>
                </a:cubicBezTo>
                <a:cubicBezTo>
                  <a:pt x="127379" y="435550"/>
                  <a:pt x="131812" y="437358"/>
                  <a:pt x="136478" y="437825"/>
                </a:cubicBezTo>
                <a:cubicBezTo>
                  <a:pt x="226249" y="446802"/>
                  <a:pt x="181889" y="443447"/>
                  <a:pt x="269544" y="448061"/>
                </a:cubicBezTo>
                <a:lnTo>
                  <a:pt x="440141" y="444649"/>
                </a:lnTo>
                <a:cubicBezTo>
                  <a:pt x="444827" y="444475"/>
                  <a:pt x="449146" y="441900"/>
                  <a:pt x="453788" y="441237"/>
                </a:cubicBezTo>
                <a:cubicBezTo>
                  <a:pt x="465103" y="439621"/>
                  <a:pt x="476535" y="438962"/>
                  <a:pt x="487908" y="437825"/>
                </a:cubicBezTo>
                <a:cubicBezTo>
                  <a:pt x="529976" y="429411"/>
                  <a:pt x="477504" y="439715"/>
                  <a:pt x="525439" y="431001"/>
                </a:cubicBezTo>
                <a:cubicBezTo>
                  <a:pt x="531145" y="429964"/>
                  <a:pt x="536745" y="428309"/>
                  <a:pt x="542499" y="427590"/>
                </a:cubicBezTo>
                <a:cubicBezTo>
                  <a:pt x="554964" y="426032"/>
                  <a:pt x="567520" y="425315"/>
                  <a:pt x="580030" y="424178"/>
                </a:cubicBezTo>
                <a:cubicBezTo>
                  <a:pt x="571547" y="418522"/>
                  <a:pt x="566039" y="414240"/>
                  <a:pt x="556147" y="410530"/>
                </a:cubicBezTo>
                <a:cubicBezTo>
                  <a:pt x="551756" y="408883"/>
                  <a:pt x="546948" y="408601"/>
                  <a:pt x="542499" y="407118"/>
                </a:cubicBezTo>
                <a:cubicBezTo>
                  <a:pt x="503954" y="394270"/>
                  <a:pt x="544497" y="405059"/>
                  <a:pt x="511791" y="396882"/>
                </a:cubicBezTo>
                <a:cubicBezTo>
                  <a:pt x="490178" y="382473"/>
                  <a:pt x="511794" y="398780"/>
                  <a:pt x="494732" y="379822"/>
                </a:cubicBezTo>
                <a:cubicBezTo>
                  <a:pt x="487200" y="371453"/>
                  <a:pt x="477603" y="364946"/>
                  <a:pt x="470848" y="355939"/>
                </a:cubicBezTo>
                <a:cubicBezTo>
                  <a:pt x="467436" y="351390"/>
                  <a:pt x="464633" y="346312"/>
                  <a:pt x="460612" y="342291"/>
                </a:cubicBezTo>
                <a:cubicBezTo>
                  <a:pt x="457712" y="339391"/>
                  <a:pt x="453936" y="337502"/>
                  <a:pt x="450376" y="335467"/>
                </a:cubicBezTo>
                <a:cubicBezTo>
                  <a:pt x="444132" y="331899"/>
                  <a:pt x="432035" y="327360"/>
                  <a:pt x="426493" y="321819"/>
                </a:cubicBezTo>
                <a:cubicBezTo>
                  <a:pt x="422472" y="317798"/>
                  <a:pt x="419958" y="312489"/>
                  <a:pt x="416257" y="308172"/>
                </a:cubicBezTo>
                <a:cubicBezTo>
                  <a:pt x="413117" y="304508"/>
                  <a:pt x="408916" y="301796"/>
                  <a:pt x="406021" y="297936"/>
                </a:cubicBezTo>
                <a:cubicBezTo>
                  <a:pt x="402042" y="292631"/>
                  <a:pt x="398751" y="286808"/>
                  <a:pt x="395785" y="280876"/>
                </a:cubicBezTo>
                <a:cubicBezTo>
                  <a:pt x="393506" y="276317"/>
                  <a:pt x="389835" y="260928"/>
                  <a:pt x="388961" y="256993"/>
                </a:cubicBezTo>
                <a:cubicBezTo>
                  <a:pt x="387941" y="252405"/>
                  <a:pt x="385461" y="235513"/>
                  <a:pt x="382138" y="229697"/>
                </a:cubicBezTo>
                <a:cubicBezTo>
                  <a:pt x="375217" y="217585"/>
                  <a:pt x="366501" y="210173"/>
                  <a:pt x="354842" y="202401"/>
                </a:cubicBezTo>
                <a:cubicBezTo>
                  <a:pt x="350610" y="199580"/>
                  <a:pt x="345743" y="197852"/>
                  <a:pt x="341194" y="195578"/>
                </a:cubicBezTo>
                <a:cubicBezTo>
                  <a:pt x="329200" y="177587"/>
                  <a:pt x="341286" y="190743"/>
                  <a:pt x="320723" y="181930"/>
                </a:cubicBezTo>
                <a:cubicBezTo>
                  <a:pt x="316954" y="180315"/>
                  <a:pt x="314155" y="176940"/>
                  <a:pt x="310487" y="175106"/>
                </a:cubicBezTo>
                <a:cubicBezTo>
                  <a:pt x="307270" y="173498"/>
                  <a:pt x="303538" y="173155"/>
                  <a:pt x="300251" y="171694"/>
                </a:cubicBezTo>
                <a:cubicBezTo>
                  <a:pt x="293279" y="168595"/>
                  <a:pt x="286751" y="164557"/>
                  <a:pt x="279779" y="161458"/>
                </a:cubicBezTo>
                <a:cubicBezTo>
                  <a:pt x="258592" y="152041"/>
                  <a:pt x="280589" y="165409"/>
                  <a:pt x="259308" y="151222"/>
                </a:cubicBezTo>
                <a:cubicBezTo>
                  <a:pt x="257033" y="147810"/>
                  <a:pt x="251489" y="144965"/>
                  <a:pt x="252484" y="140987"/>
                </a:cubicBezTo>
                <a:cubicBezTo>
                  <a:pt x="253356" y="137498"/>
                  <a:pt x="259145" y="137178"/>
                  <a:pt x="262720" y="137575"/>
                </a:cubicBezTo>
                <a:cubicBezTo>
                  <a:pt x="269869" y="138369"/>
                  <a:pt x="276367" y="142125"/>
                  <a:pt x="283191" y="144399"/>
                </a:cubicBezTo>
                <a:cubicBezTo>
                  <a:pt x="297862" y="149289"/>
                  <a:pt x="289955" y="146942"/>
                  <a:pt x="307075" y="151222"/>
                </a:cubicBezTo>
                <a:cubicBezTo>
                  <a:pt x="321860" y="148948"/>
                  <a:pt x="338509" y="151936"/>
                  <a:pt x="351430" y="144399"/>
                </a:cubicBezTo>
                <a:cubicBezTo>
                  <a:pt x="356439" y="141477"/>
                  <a:pt x="350418" y="132618"/>
                  <a:pt x="348018" y="127339"/>
                </a:cubicBezTo>
                <a:cubicBezTo>
                  <a:pt x="344789" y="120235"/>
                  <a:pt x="329880" y="100879"/>
                  <a:pt x="324135" y="93219"/>
                </a:cubicBezTo>
                <a:cubicBezTo>
                  <a:pt x="322998" y="86395"/>
                  <a:pt x="322911" y="79311"/>
                  <a:pt x="320723" y="72748"/>
                </a:cubicBezTo>
                <a:cubicBezTo>
                  <a:pt x="319426" y="68858"/>
                  <a:pt x="315733" y="66180"/>
                  <a:pt x="313899" y="62512"/>
                </a:cubicBezTo>
                <a:cubicBezTo>
                  <a:pt x="312291" y="59295"/>
                  <a:pt x="311624" y="55688"/>
                  <a:pt x="310487" y="52276"/>
                </a:cubicBezTo>
                <a:cubicBezTo>
                  <a:pt x="311624" y="35216"/>
                  <a:pt x="308871" y="17438"/>
                  <a:pt x="313899" y="1097"/>
                </a:cubicBezTo>
                <a:cubicBezTo>
                  <a:pt x="315105" y="-2822"/>
                  <a:pt x="321510" y="4771"/>
                  <a:pt x="324135" y="7921"/>
                </a:cubicBezTo>
                <a:cubicBezTo>
                  <a:pt x="345779" y="33895"/>
                  <a:pt x="316255" y="11767"/>
                  <a:pt x="341194" y="28393"/>
                </a:cubicBezTo>
                <a:cubicBezTo>
                  <a:pt x="349453" y="53168"/>
                  <a:pt x="337627" y="21290"/>
                  <a:pt x="354842" y="52276"/>
                </a:cubicBezTo>
                <a:cubicBezTo>
                  <a:pt x="357816" y="57630"/>
                  <a:pt x="358927" y="63858"/>
                  <a:pt x="361666" y="69336"/>
                </a:cubicBezTo>
                <a:cubicBezTo>
                  <a:pt x="363500" y="73004"/>
                  <a:pt x="366656" y="75904"/>
                  <a:pt x="368490" y="79572"/>
                </a:cubicBezTo>
                <a:cubicBezTo>
                  <a:pt x="384129" y="110849"/>
                  <a:pt x="365416" y="83432"/>
                  <a:pt x="385549" y="110279"/>
                </a:cubicBezTo>
                <a:cubicBezTo>
                  <a:pt x="390284" y="124485"/>
                  <a:pt x="389079" y="119458"/>
                  <a:pt x="392373" y="137575"/>
                </a:cubicBezTo>
                <a:cubicBezTo>
                  <a:pt x="393611" y="144381"/>
                  <a:pt x="393965" y="151372"/>
                  <a:pt x="395785" y="158046"/>
                </a:cubicBezTo>
                <a:cubicBezTo>
                  <a:pt x="401043" y="177324"/>
                  <a:pt x="401280" y="171074"/>
                  <a:pt x="409433" y="185342"/>
                </a:cubicBezTo>
                <a:cubicBezTo>
                  <a:pt x="411957" y="189758"/>
                  <a:pt x="413733" y="194574"/>
                  <a:pt x="416257" y="198990"/>
                </a:cubicBezTo>
                <a:cubicBezTo>
                  <a:pt x="418839" y="203508"/>
                  <a:pt x="430879" y="220435"/>
                  <a:pt x="433317" y="222873"/>
                </a:cubicBezTo>
                <a:cubicBezTo>
                  <a:pt x="437338" y="226894"/>
                  <a:pt x="442685" y="229364"/>
                  <a:pt x="446964" y="233109"/>
                </a:cubicBezTo>
                <a:cubicBezTo>
                  <a:pt x="451806" y="237346"/>
                  <a:pt x="456425" y="241872"/>
                  <a:pt x="460612" y="246757"/>
                </a:cubicBezTo>
                <a:cubicBezTo>
                  <a:pt x="463281" y="249870"/>
                  <a:pt x="464286" y="254368"/>
                  <a:pt x="467436" y="256993"/>
                </a:cubicBezTo>
                <a:cubicBezTo>
                  <a:pt x="471343" y="260249"/>
                  <a:pt x="476535" y="261542"/>
                  <a:pt x="481084" y="263816"/>
                </a:cubicBezTo>
                <a:cubicBezTo>
                  <a:pt x="488628" y="271360"/>
                  <a:pt x="492057" y="276127"/>
                  <a:pt x="501555" y="280876"/>
                </a:cubicBezTo>
                <a:cubicBezTo>
                  <a:pt x="504772" y="282484"/>
                  <a:pt x="508379" y="283151"/>
                  <a:pt x="511791" y="284288"/>
                </a:cubicBezTo>
                <a:cubicBezTo>
                  <a:pt x="515203" y="288837"/>
                  <a:pt x="517709" y="294235"/>
                  <a:pt x="522027" y="297936"/>
                </a:cubicBezTo>
                <a:cubicBezTo>
                  <a:pt x="525889" y="301246"/>
                  <a:pt x="531259" y="302236"/>
                  <a:pt x="535675" y="304760"/>
                </a:cubicBezTo>
                <a:cubicBezTo>
                  <a:pt x="539235" y="306795"/>
                  <a:pt x="542761" y="308959"/>
                  <a:pt x="545911" y="311584"/>
                </a:cubicBezTo>
                <a:cubicBezTo>
                  <a:pt x="571498" y="332905"/>
                  <a:pt x="537356" y="310544"/>
                  <a:pt x="573206" y="332055"/>
                </a:cubicBezTo>
                <a:cubicBezTo>
                  <a:pt x="594105" y="363403"/>
                  <a:pt x="565545" y="325102"/>
                  <a:pt x="590266" y="345703"/>
                </a:cubicBezTo>
                <a:cubicBezTo>
                  <a:pt x="594635" y="349344"/>
                  <a:pt x="595903" y="356006"/>
                  <a:pt x="600502" y="359351"/>
                </a:cubicBezTo>
                <a:cubicBezTo>
                  <a:pt x="608729" y="365334"/>
                  <a:pt x="617822" y="371005"/>
                  <a:pt x="627797" y="372999"/>
                </a:cubicBezTo>
                <a:cubicBezTo>
                  <a:pt x="651641" y="377766"/>
                  <a:pt x="639137" y="375457"/>
                  <a:pt x="665329" y="379822"/>
                </a:cubicBezTo>
                <a:cubicBezTo>
                  <a:pt x="669878" y="382097"/>
                  <a:pt x="674301" y="384642"/>
                  <a:pt x="678976" y="386646"/>
                </a:cubicBezTo>
                <a:cubicBezTo>
                  <a:pt x="687698" y="390384"/>
                  <a:pt x="696998" y="391784"/>
                  <a:pt x="706272" y="393470"/>
                </a:cubicBezTo>
                <a:cubicBezTo>
                  <a:pt x="746430" y="400771"/>
                  <a:pt x="738007" y="397394"/>
                  <a:pt x="801806" y="400294"/>
                </a:cubicBezTo>
                <a:cubicBezTo>
                  <a:pt x="807493" y="401431"/>
                  <a:pt x="813067" y="403706"/>
                  <a:pt x="818866" y="403706"/>
                </a:cubicBezTo>
                <a:cubicBezTo>
                  <a:pt x="822463" y="403706"/>
                  <a:pt x="829611" y="403854"/>
                  <a:pt x="829102" y="400294"/>
                </a:cubicBezTo>
                <a:cubicBezTo>
                  <a:pt x="827942" y="392175"/>
                  <a:pt x="820003" y="386646"/>
                  <a:pt x="815454" y="379822"/>
                </a:cubicBezTo>
                <a:cubicBezTo>
                  <a:pt x="806356" y="366176"/>
                  <a:pt x="812041" y="371861"/>
                  <a:pt x="798394" y="362763"/>
                </a:cubicBezTo>
                <a:cubicBezTo>
                  <a:pt x="791281" y="352094"/>
                  <a:pt x="788197" y="347820"/>
                  <a:pt x="781335" y="335467"/>
                </a:cubicBezTo>
                <a:cubicBezTo>
                  <a:pt x="778865" y="331021"/>
                  <a:pt x="777467" y="325958"/>
                  <a:pt x="774511" y="321819"/>
                </a:cubicBezTo>
                <a:cubicBezTo>
                  <a:pt x="771706" y="317893"/>
                  <a:pt x="767364" y="315291"/>
                  <a:pt x="764275" y="311584"/>
                </a:cubicBezTo>
                <a:cubicBezTo>
                  <a:pt x="761650" y="308434"/>
                  <a:pt x="760120" y="304461"/>
                  <a:pt x="757451" y="301348"/>
                </a:cubicBezTo>
                <a:cubicBezTo>
                  <a:pt x="753264" y="296463"/>
                  <a:pt x="747663" y="292847"/>
                  <a:pt x="743803" y="287700"/>
                </a:cubicBezTo>
                <a:cubicBezTo>
                  <a:pt x="740751" y="283631"/>
                  <a:pt x="739503" y="278468"/>
                  <a:pt x="736979" y="274052"/>
                </a:cubicBezTo>
                <a:cubicBezTo>
                  <a:pt x="733894" y="268652"/>
                  <a:pt x="723058" y="253830"/>
                  <a:pt x="719920" y="250169"/>
                </a:cubicBezTo>
                <a:cubicBezTo>
                  <a:pt x="716780" y="246505"/>
                  <a:pt x="713096" y="243345"/>
                  <a:pt x="709684" y="239933"/>
                </a:cubicBezTo>
                <a:cubicBezTo>
                  <a:pt x="702468" y="211068"/>
                  <a:pt x="712298" y="240442"/>
                  <a:pt x="696036" y="216049"/>
                </a:cubicBezTo>
                <a:cubicBezTo>
                  <a:pt x="694041" y="213056"/>
                  <a:pt x="694085" y="209100"/>
                  <a:pt x="692624" y="205813"/>
                </a:cubicBezTo>
                <a:cubicBezTo>
                  <a:pt x="689525" y="198841"/>
                  <a:pt x="686620" y="191690"/>
                  <a:pt x="682388" y="185342"/>
                </a:cubicBezTo>
                <a:cubicBezTo>
                  <a:pt x="670611" y="167676"/>
                  <a:pt x="667592" y="181892"/>
                  <a:pt x="658505" y="154634"/>
                </a:cubicBezTo>
                <a:cubicBezTo>
                  <a:pt x="650326" y="130100"/>
                  <a:pt x="660247" y="160732"/>
                  <a:pt x="651681" y="130751"/>
                </a:cubicBezTo>
                <a:cubicBezTo>
                  <a:pt x="647375" y="115681"/>
                  <a:pt x="647458" y="122965"/>
                  <a:pt x="644857" y="103455"/>
                </a:cubicBezTo>
                <a:cubicBezTo>
                  <a:pt x="638993" y="59474"/>
                  <a:pt x="645718" y="82156"/>
                  <a:pt x="638033" y="59100"/>
                </a:cubicBezTo>
                <a:cubicBezTo>
                  <a:pt x="639170" y="46590"/>
                  <a:pt x="637034" y="33331"/>
                  <a:pt x="641445" y="21569"/>
                </a:cubicBezTo>
                <a:cubicBezTo>
                  <a:pt x="642885" y="17730"/>
                  <a:pt x="646435" y="28136"/>
                  <a:pt x="648269" y="31804"/>
                </a:cubicBezTo>
                <a:cubicBezTo>
                  <a:pt x="651008" y="37282"/>
                  <a:pt x="652354" y="43386"/>
                  <a:pt x="655093" y="48864"/>
                </a:cubicBezTo>
                <a:cubicBezTo>
                  <a:pt x="656927" y="52532"/>
                  <a:pt x="659505" y="55784"/>
                  <a:pt x="661917" y="59100"/>
                </a:cubicBezTo>
                <a:cubicBezTo>
                  <a:pt x="668606" y="68298"/>
                  <a:pt x="682388" y="86396"/>
                  <a:pt x="682388" y="86396"/>
                </a:cubicBezTo>
                <a:cubicBezTo>
                  <a:pt x="689231" y="106923"/>
                  <a:pt x="680701" y="86420"/>
                  <a:pt x="696036" y="106867"/>
                </a:cubicBezTo>
                <a:cubicBezTo>
                  <a:pt x="713396" y="130013"/>
                  <a:pt x="697883" y="118685"/>
                  <a:pt x="719920" y="137575"/>
                </a:cubicBezTo>
                <a:cubicBezTo>
                  <a:pt x="723033" y="140244"/>
                  <a:pt x="727256" y="141500"/>
                  <a:pt x="730155" y="144399"/>
                </a:cubicBezTo>
                <a:cubicBezTo>
                  <a:pt x="761995" y="176239"/>
                  <a:pt x="717649" y="140989"/>
                  <a:pt x="754039" y="168282"/>
                </a:cubicBezTo>
                <a:cubicBezTo>
                  <a:pt x="763138" y="195578"/>
                  <a:pt x="749490" y="163733"/>
                  <a:pt x="767687" y="181930"/>
                </a:cubicBezTo>
                <a:cubicBezTo>
                  <a:pt x="785635" y="199878"/>
                  <a:pt x="750591" y="187039"/>
                  <a:pt x="784747" y="195578"/>
                </a:cubicBezTo>
                <a:cubicBezTo>
                  <a:pt x="785574" y="198060"/>
                  <a:pt x="788468" y="215842"/>
                  <a:pt x="798394" y="209225"/>
                </a:cubicBezTo>
                <a:cubicBezTo>
                  <a:pt x="803912" y="205547"/>
                  <a:pt x="805218" y="197852"/>
                  <a:pt x="808630" y="192166"/>
                </a:cubicBezTo>
                <a:cubicBezTo>
                  <a:pt x="809767" y="168282"/>
                  <a:pt x="810135" y="144350"/>
                  <a:pt x="812042" y="120515"/>
                </a:cubicBezTo>
                <a:cubicBezTo>
                  <a:pt x="812416" y="115841"/>
                  <a:pt x="812138" y="103551"/>
                  <a:pt x="815454" y="106867"/>
                </a:cubicBezTo>
                <a:cubicBezTo>
                  <a:pt x="820346" y="111759"/>
                  <a:pt x="817046" y="120665"/>
                  <a:pt x="818866" y="127339"/>
                </a:cubicBezTo>
                <a:cubicBezTo>
                  <a:pt x="820478" y="133248"/>
                  <a:pt x="823415" y="138712"/>
                  <a:pt x="825690" y="144399"/>
                </a:cubicBezTo>
                <a:cubicBezTo>
                  <a:pt x="827821" y="159315"/>
                  <a:pt x="831044" y="180876"/>
                  <a:pt x="832514" y="195578"/>
                </a:cubicBezTo>
                <a:cubicBezTo>
                  <a:pt x="833877" y="209205"/>
                  <a:pt x="834227" y="222932"/>
                  <a:pt x="835926" y="236521"/>
                </a:cubicBezTo>
                <a:cubicBezTo>
                  <a:pt x="836957" y="244769"/>
                  <a:pt x="844183" y="264706"/>
                  <a:pt x="846161" y="270640"/>
                </a:cubicBezTo>
                <a:lnTo>
                  <a:pt x="856397" y="301348"/>
                </a:lnTo>
                <a:cubicBezTo>
                  <a:pt x="857534" y="304760"/>
                  <a:pt x="858200" y="308367"/>
                  <a:pt x="859809" y="311584"/>
                </a:cubicBezTo>
                <a:cubicBezTo>
                  <a:pt x="862084" y="316133"/>
                  <a:pt x="864744" y="320509"/>
                  <a:pt x="866633" y="325231"/>
                </a:cubicBezTo>
                <a:cubicBezTo>
                  <a:pt x="869305" y="331910"/>
                  <a:pt x="871182" y="338879"/>
                  <a:pt x="873457" y="345703"/>
                </a:cubicBezTo>
                <a:lnTo>
                  <a:pt x="880281" y="366175"/>
                </a:lnTo>
                <a:cubicBezTo>
                  <a:pt x="882651" y="373286"/>
                  <a:pt x="885833" y="384437"/>
                  <a:pt x="890517" y="390058"/>
                </a:cubicBezTo>
                <a:cubicBezTo>
                  <a:pt x="893142" y="393208"/>
                  <a:pt x="897415" y="394499"/>
                  <a:pt x="900752" y="396882"/>
                </a:cubicBezTo>
                <a:cubicBezTo>
                  <a:pt x="904358" y="399458"/>
                  <a:pt x="919276" y="411262"/>
                  <a:pt x="924636" y="413942"/>
                </a:cubicBezTo>
                <a:cubicBezTo>
                  <a:pt x="927853" y="415550"/>
                  <a:pt x="931460" y="416217"/>
                  <a:pt x="934872" y="417354"/>
                </a:cubicBezTo>
                <a:cubicBezTo>
                  <a:pt x="938284" y="420766"/>
                  <a:pt x="941093" y="424914"/>
                  <a:pt x="945108" y="427590"/>
                </a:cubicBezTo>
                <a:cubicBezTo>
                  <a:pt x="948101" y="429585"/>
                  <a:pt x="951977" y="429738"/>
                  <a:pt x="955344" y="431001"/>
                </a:cubicBezTo>
                <a:cubicBezTo>
                  <a:pt x="961079" y="433151"/>
                  <a:pt x="966593" y="435888"/>
                  <a:pt x="972403" y="437825"/>
                </a:cubicBezTo>
                <a:cubicBezTo>
                  <a:pt x="976852" y="439308"/>
                  <a:pt x="981542" y="439949"/>
                  <a:pt x="986051" y="441237"/>
                </a:cubicBezTo>
                <a:cubicBezTo>
                  <a:pt x="989509" y="442225"/>
                  <a:pt x="992817" y="443703"/>
                  <a:pt x="996287" y="444649"/>
                </a:cubicBezTo>
                <a:cubicBezTo>
                  <a:pt x="1005335" y="447117"/>
                  <a:pt x="1015194" y="447279"/>
                  <a:pt x="1023582" y="451473"/>
                </a:cubicBezTo>
                <a:cubicBezTo>
                  <a:pt x="1049241" y="464303"/>
                  <a:pt x="1036573" y="460213"/>
                  <a:pt x="1061114" y="465121"/>
                </a:cubicBezTo>
                <a:cubicBezTo>
                  <a:pt x="1067938" y="469670"/>
                  <a:pt x="1075024" y="473849"/>
                  <a:pt x="1081585" y="478769"/>
                </a:cubicBezTo>
                <a:cubicBezTo>
                  <a:pt x="1086134" y="482181"/>
                  <a:pt x="1090411" y="485990"/>
                  <a:pt x="1095233" y="489004"/>
                </a:cubicBezTo>
                <a:cubicBezTo>
                  <a:pt x="1099546" y="491700"/>
                  <a:pt x="1104568" y="493132"/>
                  <a:pt x="1108881" y="495828"/>
                </a:cubicBezTo>
                <a:cubicBezTo>
                  <a:pt x="1132489" y="510583"/>
                  <a:pt x="1112655" y="502772"/>
                  <a:pt x="1132764" y="509476"/>
                </a:cubicBezTo>
                <a:lnTo>
                  <a:pt x="1160060" y="529948"/>
                </a:lnTo>
                <a:cubicBezTo>
                  <a:pt x="1165832" y="534388"/>
                  <a:pt x="1169979" y="542168"/>
                  <a:pt x="1177120" y="543596"/>
                </a:cubicBezTo>
                <a:lnTo>
                  <a:pt x="1194179" y="547007"/>
                </a:lnTo>
                <a:cubicBezTo>
                  <a:pt x="1221633" y="560734"/>
                  <a:pt x="1195015" y="548921"/>
                  <a:pt x="1241947" y="560655"/>
                </a:cubicBezTo>
                <a:cubicBezTo>
                  <a:pt x="1246496" y="561792"/>
                  <a:pt x="1251085" y="562779"/>
                  <a:pt x="1255594" y="564067"/>
                </a:cubicBezTo>
                <a:cubicBezTo>
                  <a:pt x="1264088" y="566494"/>
                  <a:pt x="1270412" y="569824"/>
                  <a:pt x="1279478" y="570891"/>
                </a:cubicBezTo>
                <a:cubicBezTo>
                  <a:pt x="1294205" y="572624"/>
                  <a:pt x="1309048" y="573166"/>
                  <a:pt x="1323833" y="574303"/>
                </a:cubicBezTo>
                <a:cubicBezTo>
                  <a:pt x="1358737" y="581284"/>
                  <a:pt x="1335094" y="577715"/>
                  <a:pt x="1395484" y="577715"/>
                </a:cubicBezTo>
                <a:lnTo>
                  <a:pt x="1183944" y="75513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289B823A-4E30-E5A4-E207-44203100AC5E}"/>
              </a:ext>
            </a:extLst>
          </p:cNvPr>
          <p:cNvSpPr/>
          <p:nvPr/>
        </p:nvSpPr>
        <p:spPr>
          <a:xfrm>
            <a:off x="1111132" y="2798597"/>
            <a:ext cx="1468058" cy="765385"/>
          </a:xfrm>
          <a:custGeom>
            <a:avLst/>
            <a:gdLst>
              <a:gd name="connsiteX0" fmla="*/ 1181455 w 1468058"/>
              <a:gd name="connsiteY0" fmla="*/ 0 h 765385"/>
              <a:gd name="connsiteX1" fmla="*/ 1181455 w 1468058"/>
              <a:gd name="connsiteY1" fmla="*/ 0 h 765385"/>
              <a:gd name="connsiteX2" fmla="*/ 1184867 w 1468058"/>
              <a:gd name="connsiteY2" fmla="*/ 30707 h 765385"/>
              <a:gd name="connsiteX3" fmla="*/ 1188279 w 1468058"/>
              <a:gd name="connsiteY3" fmla="*/ 47767 h 765385"/>
              <a:gd name="connsiteX4" fmla="*/ 1184867 w 1468058"/>
              <a:gd name="connsiteY4" fmla="*/ 122830 h 765385"/>
              <a:gd name="connsiteX5" fmla="*/ 1181455 w 1468058"/>
              <a:gd name="connsiteY5" fmla="*/ 133066 h 765385"/>
              <a:gd name="connsiteX6" fmla="*/ 1171219 w 1468058"/>
              <a:gd name="connsiteY6" fmla="*/ 139889 h 765385"/>
              <a:gd name="connsiteX7" fmla="*/ 1160983 w 1468058"/>
              <a:gd name="connsiteY7" fmla="*/ 156949 h 765385"/>
              <a:gd name="connsiteX8" fmla="*/ 1157572 w 1468058"/>
              <a:gd name="connsiteY8" fmla="*/ 167185 h 765385"/>
              <a:gd name="connsiteX9" fmla="*/ 1113216 w 1468058"/>
              <a:gd name="connsiteY9" fmla="*/ 204716 h 765385"/>
              <a:gd name="connsiteX10" fmla="*/ 1099569 w 1468058"/>
              <a:gd name="connsiteY10" fmla="*/ 214952 h 765385"/>
              <a:gd name="connsiteX11" fmla="*/ 1092745 w 1468058"/>
              <a:gd name="connsiteY11" fmla="*/ 225188 h 765385"/>
              <a:gd name="connsiteX12" fmla="*/ 1082509 w 1468058"/>
              <a:gd name="connsiteY12" fmla="*/ 228600 h 765385"/>
              <a:gd name="connsiteX13" fmla="*/ 1062037 w 1468058"/>
              <a:gd name="connsiteY13" fmla="*/ 238836 h 765385"/>
              <a:gd name="connsiteX14" fmla="*/ 1055213 w 1468058"/>
              <a:gd name="connsiteY14" fmla="*/ 249072 h 765385"/>
              <a:gd name="connsiteX15" fmla="*/ 1031330 w 1468058"/>
              <a:gd name="connsiteY15" fmla="*/ 259307 h 765385"/>
              <a:gd name="connsiteX16" fmla="*/ 1010858 w 1468058"/>
              <a:gd name="connsiteY16" fmla="*/ 272955 h 765385"/>
              <a:gd name="connsiteX17" fmla="*/ 986975 w 1468058"/>
              <a:gd name="connsiteY17" fmla="*/ 286603 h 765385"/>
              <a:gd name="connsiteX18" fmla="*/ 973327 w 1468058"/>
              <a:gd name="connsiteY18" fmla="*/ 290015 h 765385"/>
              <a:gd name="connsiteX19" fmla="*/ 963091 w 1468058"/>
              <a:gd name="connsiteY19" fmla="*/ 300251 h 765385"/>
              <a:gd name="connsiteX20" fmla="*/ 949443 w 1468058"/>
              <a:gd name="connsiteY20" fmla="*/ 303663 h 765385"/>
              <a:gd name="connsiteX21" fmla="*/ 935795 w 1468058"/>
              <a:gd name="connsiteY21" fmla="*/ 310487 h 765385"/>
              <a:gd name="connsiteX22" fmla="*/ 925560 w 1468058"/>
              <a:gd name="connsiteY22" fmla="*/ 317310 h 765385"/>
              <a:gd name="connsiteX23" fmla="*/ 905088 w 1468058"/>
              <a:gd name="connsiteY23" fmla="*/ 320722 h 765385"/>
              <a:gd name="connsiteX24" fmla="*/ 874380 w 1468058"/>
              <a:gd name="connsiteY24" fmla="*/ 330958 h 765385"/>
              <a:gd name="connsiteX25" fmla="*/ 857321 w 1468058"/>
              <a:gd name="connsiteY25" fmla="*/ 334370 h 765385"/>
              <a:gd name="connsiteX26" fmla="*/ 840261 w 1468058"/>
              <a:gd name="connsiteY26" fmla="*/ 341194 h 765385"/>
              <a:gd name="connsiteX27" fmla="*/ 792494 w 1468058"/>
              <a:gd name="connsiteY27" fmla="*/ 344606 h 765385"/>
              <a:gd name="connsiteX28" fmla="*/ 748139 w 1468058"/>
              <a:gd name="connsiteY28" fmla="*/ 351430 h 765385"/>
              <a:gd name="connsiteX29" fmla="*/ 686724 w 1468058"/>
              <a:gd name="connsiteY29" fmla="*/ 354842 h 765385"/>
              <a:gd name="connsiteX30" fmla="*/ 587778 w 1468058"/>
              <a:gd name="connsiteY30" fmla="*/ 351430 h 765385"/>
              <a:gd name="connsiteX31" fmla="*/ 574130 w 1468058"/>
              <a:gd name="connsiteY31" fmla="*/ 348018 h 765385"/>
              <a:gd name="connsiteX32" fmla="*/ 540010 w 1468058"/>
              <a:gd name="connsiteY32" fmla="*/ 344606 h 765385"/>
              <a:gd name="connsiteX33" fmla="*/ 519539 w 1468058"/>
              <a:gd name="connsiteY33" fmla="*/ 334370 h 765385"/>
              <a:gd name="connsiteX34" fmla="*/ 492243 w 1468058"/>
              <a:gd name="connsiteY34" fmla="*/ 327546 h 765385"/>
              <a:gd name="connsiteX35" fmla="*/ 471772 w 1468058"/>
              <a:gd name="connsiteY35" fmla="*/ 313898 h 765385"/>
              <a:gd name="connsiteX36" fmla="*/ 458124 w 1468058"/>
              <a:gd name="connsiteY36" fmla="*/ 303663 h 765385"/>
              <a:gd name="connsiteX37" fmla="*/ 424004 w 1468058"/>
              <a:gd name="connsiteY37" fmla="*/ 276367 h 765385"/>
              <a:gd name="connsiteX38" fmla="*/ 396709 w 1468058"/>
              <a:gd name="connsiteY38" fmla="*/ 238836 h 765385"/>
              <a:gd name="connsiteX39" fmla="*/ 369413 w 1468058"/>
              <a:gd name="connsiteY39" fmla="*/ 218364 h 765385"/>
              <a:gd name="connsiteX40" fmla="*/ 355766 w 1468058"/>
              <a:gd name="connsiteY40" fmla="*/ 208128 h 765385"/>
              <a:gd name="connsiteX41" fmla="*/ 345530 w 1468058"/>
              <a:gd name="connsiteY41" fmla="*/ 197892 h 765385"/>
              <a:gd name="connsiteX42" fmla="*/ 314822 w 1468058"/>
              <a:gd name="connsiteY42" fmla="*/ 177421 h 765385"/>
              <a:gd name="connsiteX43" fmla="*/ 304586 w 1468058"/>
              <a:gd name="connsiteY43" fmla="*/ 170597 h 765385"/>
              <a:gd name="connsiteX44" fmla="*/ 270467 w 1468058"/>
              <a:gd name="connsiteY44" fmla="*/ 143301 h 765385"/>
              <a:gd name="connsiteX45" fmla="*/ 256819 w 1468058"/>
              <a:gd name="connsiteY45" fmla="*/ 129654 h 765385"/>
              <a:gd name="connsiteX46" fmla="*/ 253407 w 1468058"/>
              <a:gd name="connsiteY46" fmla="*/ 119418 h 765385"/>
              <a:gd name="connsiteX47" fmla="*/ 243172 w 1468058"/>
              <a:gd name="connsiteY47" fmla="*/ 109182 h 765385"/>
              <a:gd name="connsiteX48" fmla="*/ 229524 w 1468058"/>
              <a:gd name="connsiteY48" fmla="*/ 92122 h 765385"/>
              <a:gd name="connsiteX49" fmla="*/ 215876 w 1468058"/>
              <a:gd name="connsiteY49" fmla="*/ 71651 h 765385"/>
              <a:gd name="connsiteX50" fmla="*/ 209052 w 1468058"/>
              <a:gd name="connsiteY50" fmla="*/ 58003 h 765385"/>
              <a:gd name="connsiteX51" fmla="*/ 195404 w 1468058"/>
              <a:gd name="connsiteY51" fmla="*/ 37531 h 765385"/>
              <a:gd name="connsiteX52" fmla="*/ 181757 w 1468058"/>
              <a:gd name="connsiteY52" fmla="*/ 47767 h 765385"/>
              <a:gd name="connsiteX53" fmla="*/ 178345 w 1468058"/>
              <a:gd name="connsiteY53" fmla="*/ 61415 h 765385"/>
              <a:gd name="connsiteX54" fmla="*/ 188580 w 1468058"/>
              <a:gd name="connsiteY54" fmla="*/ 105770 h 765385"/>
              <a:gd name="connsiteX55" fmla="*/ 195404 w 1468058"/>
              <a:gd name="connsiteY55" fmla="*/ 116006 h 765385"/>
              <a:gd name="connsiteX56" fmla="*/ 205640 w 1468058"/>
              <a:gd name="connsiteY56" fmla="*/ 143301 h 765385"/>
              <a:gd name="connsiteX57" fmla="*/ 215876 w 1468058"/>
              <a:gd name="connsiteY57" fmla="*/ 153537 h 765385"/>
              <a:gd name="connsiteX58" fmla="*/ 229524 w 1468058"/>
              <a:gd name="connsiteY58" fmla="*/ 184245 h 765385"/>
              <a:gd name="connsiteX59" fmla="*/ 239760 w 1468058"/>
              <a:gd name="connsiteY59" fmla="*/ 191069 h 765385"/>
              <a:gd name="connsiteX60" fmla="*/ 260231 w 1468058"/>
              <a:gd name="connsiteY60" fmla="*/ 214952 h 765385"/>
              <a:gd name="connsiteX61" fmla="*/ 273879 w 1468058"/>
              <a:gd name="connsiteY61" fmla="*/ 228600 h 765385"/>
              <a:gd name="connsiteX62" fmla="*/ 243172 w 1468058"/>
              <a:gd name="connsiteY62" fmla="*/ 218364 h 765385"/>
              <a:gd name="connsiteX63" fmla="*/ 198816 w 1468058"/>
              <a:gd name="connsiteY63" fmla="*/ 194481 h 765385"/>
              <a:gd name="connsiteX64" fmla="*/ 188580 w 1468058"/>
              <a:gd name="connsiteY64" fmla="*/ 187657 h 765385"/>
              <a:gd name="connsiteX65" fmla="*/ 171521 w 1468058"/>
              <a:gd name="connsiteY65" fmla="*/ 184245 h 765385"/>
              <a:gd name="connsiteX66" fmla="*/ 133989 w 1468058"/>
              <a:gd name="connsiteY66" fmla="*/ 160361 h 765385"/>
              <a:gd name="connsiteX67" fmla="*/ 113518 w 1468058"/>
              <a:gd name="connsiteY67" fmla="*/ 146713 h 765385"/>
              <a:gd name="connsiteX68" fmla="*/ 86222 w 1468058"/>
              <a:gd name="connsiteY68" fmla="*/ 119418 h 765385"/>
              <a:gd name="connsiteX69" fmla="*/ 75986 w 1468058"/>
              <a:gd name="connsiteY69" fmla="*/ 105770 h 765385"/>
              <a:gd name="connsiteX70" fmla="*/ 55515 w 1468058"/>
              <a:gd name="connsiteY70" fmla="*/ 78475 h 765385"/>
              <a:gd name="connsiteX71" fmla="*/ 45279 w 1468058"/>
              <a:gd name="connsiteY71" fmla="*/ 75063 h 765385"/>
              <a:gd name="connsiteX72" fmla="*/ 35043 w 1468058"/>
              <a:gd name="connsiteY72" fmla="*/ 64827 h 765385"/>
              <a:gd name="connsiteX73" fmla="*/ 24807 w 1468058"/>
              <a:gd name="connsiteY73" fmla="*/ 58003 h 765385"/>
              <a:gd name="connsiteX74" fmla="*/ 38455 w 1468058"/>
              <a:gd name="connsiteY74" fmla="*/ 105770 h 765385"/>
              <a:gd name="connsiteX75" fmla="*/ 55515 w 1468058"/>
              <a:gd name="connsiteY75" fmla="*/ 129654 h 765385"/>
              <a:gd name="connsiteX76" fmla="*/ 62339 w 1468058"/>
              <a:gd name="connsiteY76" fmla="*/ 143301 h 765385"/>
              <a:gd name="connsiteX77" fmla="*/ 79398 w 1468058"/>
              <a:gd name="connsiteY77" fmla="*/ 167185 h 765385"/>
              <a:gd name="connsiteX78" fmla="*/ 86222 w 1468058"/>
              <a:gd name="connsiteY78" fmla="*/ 177421 h 765385"/>
              <a:gd name="connsiteX79" fmla="*/ 96458 w 1468058"/>
              <a:gd name="connsiteY79" fmla="*/ 184245 h 765385"/>
              <a:gd name="connsiteX80" fmla="*/ 113518 w 1468058"/>
              <a:gd name="connsiteY80" fmla="*/ 204716 h 765385"/>
              <a:gd name="connsiteX81" fmla="*/ 127166 w 1468058"/>
              <a:gd name="connsiteY81" fmla="*/ 211540 h 765385"/>
              <a:gd name="connsiteX82" fmla="*/ 137401 w 1468058"/>
              <a:gd name="connsiteY82" fmla="*/ 218364 h 765385"/>
              <a:gd name="connsiteX83" fmla="*/ 151049 w 1468058"/>
              <a:gd name="connsiteY83" fmla="*/ 228600 h 765385"/>
              <a:gd name="connsiteX84" fmla="*/ 161285 w 1468058"/>
              <a:gd name="connsiteY84" fmla="*/ 238836 h 765385"/>
              <a:gd name="connsiteX85" fmla="*/ 174933 w 1468058"/>
              <a:gd name="connsiteY85" fmla="*/ 245660 h 765385"/>
              <a:gd name="connsiteX86" fmla="*/ 185169 w 1468058"/>
              <a:gd name="connsiteY86" fmla="*/ 252484 h 765385"/>
              <a:gd name="connsiteX87" fmla="*/ 198816 w 1468058"/>
              <a:gd name="connsiteY87" fmla="*/ 255895 h 765385"/>
              <a:gd name="connsiteX88" fmla="*/ 236348 w 1468058"/>
              <a:gd name="connsiteY88" fmla="*/ 269543 h 765385"/>
              <a:gd name="connsiteX89" fmla="*/ 270467 w 1468058"/>
              <a:gd name="connsiteY89" fmla="*/ 290015 h 765385"/>
              <a:gd name="connsiteX90" fmla="*/ 280703 w 1468058"/>
              <a:gd name="connsiteY90" fmla="*/ 293427 h 765385"/>
              <a:gd name="connsiteX91" fmla="*/ 297763 w 1468058"/>
              <a:gd name="connsiteY91" fmla="*/ 300251 h 765385"/>
              <a:gd name="connsiteX92" fmla="*/ 307998 w 1468058"/>
              <a:gd name="connsiteY92" fmla="*/ 303663 h 765385"/>
              <a:gd name="connsiteX93" fmla="*/ 352354 w 1468058"/>
              <a:gd name="connsiteY93" fmla="*/ 327546 h 765385"/>
              <a:gd name="connsiteX94" fmla="*/ 366001 w 1468058"/>
              <a:gd name="connsiteY94" fmla="*/ 330958 h 765385"/>
              <a:gd name="connsiteX95" fmla="*/ 379649 w 1468058"/>
              <a:gd name="connsiteY95" fmla="*/ 341194 h 765385"/>
              <a:gd name="connsiteX96" fmla="*/ 396709 w 1468058"/>
              <a:gd name="connsiteY96" fmla="*/ 354842 h 765385"/>
              <a:gd name="connsiteX97" fmla="*/ 386473 w 1468058"/>
              <a:gd name="connsiteY97" fmla="*/ 361666 h 765385"/>
              <a:gd name="connsiteX98" fmla="*/ 294351 w 1468058"/>
              <a:gd name="connsiteY98" fmla="*/ 361666 h 765385"/>
              <a:gd name="connsiteX99" fmla="*/ 195404 w 1468058"/>
              <a:gd name="connsiteY99" fmla="*/ 368489 h 765385"/>
              <a:gd name="connsiteX100" fmla="*/ 164697 w 1468058"/>
              <a:gd name="connsiteY100" fmla="*/ 371901 h 765385"/>
              <a:gd name="connsiteX101" fmla="*/ 140813 w 1468058"/>
              <a:gd name="connsiteY101" fmla="*/ 382137 h 765385"/>
              <a:gd name="connsiteX102" fmla="*/ 130578 w 1468058"/>
              <a:gd name="connsiteY102" fmla="*/ 392373 h 765385"/>
              <a:gd name="connsiteX103" fmla="*/ 103282 w 1468058"/>
              <a:gd name="connsiteY103" fmla="*/ 406021 h 765385"/>
              <a:gd name="connsiteX104" fmla="*/ 82810 w 1468058"/>
              <a:gd name="connsiteY104" fmla="*/ 426492 h 765385"/>
              <a:gd name="connsiteX105" fmla="*/ 69163 w 1468058"/>
              <a:gd name="connsiteY105" fmla="*/ 440140 h 765385"/>
              <a:gd name="connsiteX106" fmla="*/ 48691 w 1468058"/>
              <a:gd name="connsiteY106" fmla="*/ 467436 h 765385"/>
              <a:gd name="connsiteX107" fmla="*/ 45279 w 1468058"/>
              <a:gd name="connsiteY107" fmla="*/ 484495 h 765385"/>
              <a:gd name="connsiteX108" fmla="*/ 35043 w 1468058"/>
              <a:gd name="connsiteY108" fmla="*/ 583442 h 765385"/>
              <a:gd name="connsiteX109" fmla="*/ 31631 w 1468058"/>
              <a:gd name="connsiteY109" fmla="*/ 593678 h 765385"/>
              <a:gd name="connsiteX110" fmla="*/ 21395 w 1468058"/>
              <a:gd name="connsiteY110" fmla="*/ 651681 h 765385"/>
              <a:gd name="connsiteX111" fmla="*/ 7748 w 1468058"/>
              <a:gd name="connsiteY111" fmla="*/ 668740 h 765385"/>
              <a:gd name="connsiteX112" fmla="*/ 924 w 1468058"/>
              <a:gd name="connsiteY112" fmla="*/ 706272 h 765385"/>
              <a:gd name="connsiteX113" fmla="*/ 17983 w 1468058"/>
              <a:gd name="connsiteY113" fmla="*/ 702860 h 765385"/>
              <a:gd name="connsiteX114" fmla="*/ 28219 w 1468058"/>
              <a:gd name="connsiteY114" fmla="*/ 689212 h 765385"/>
              <a:gd name="connsiteX115" fmla="*/ 45279 w 1468058"/>
              <a:gd name="connsiteY115" fmla="*/ 672152 h 765385"/>
              <a:gd name="connsiteX116" fmla="*/ 48691 w 1468058"/>
              <a:gd name="connsiteY116" fmla="*/ 661916 h 765385"/>
              <a:gd name="connsiteX117" fmla="*/ 55515 w 1468058"/>
              <a:gd name="connsiteY117" fmla="*/ 648269 h 765385"/>
              <a:gd name="connsiteX118" fmla="*/ 58927 w 1468058"/>
              <a:gd name="connsiteY118" fmla="*/ 624385 h 765385"/>
              <a:gd name="connsiteX119" fmla="*/ 79398 w 1468058"/>
              <a:gd name="connsiteY119" fmla="*/ 586854 h 765385"/>
              <a:gd name="connsiteX120" fmla="*/ 89634 w 1468058"/>
              <a:gd name="connsiteY120" fmla="*/ 580030 h 765385"/>
              <a:gd name="connsiteX121" fmla="*/ 110106 w 1468058"/>
              <a:gd name="connsiteY121" fmla="*/ 562970 h 765385"/>
              <a:gd name="connsiteX122" fmla="*/ 116930 w 1468058"/>
              <a:gd name="connsiteY122" fmla="*/ 552734 h 765385"/>
              <a:gd name="connsiteX123" fmla="*/ 144225 w 1468058"/>
              <a:gd name="connsiteY123" fmla="*/ 539087 h 765385"/>
              <a:gd name="connsiteX124" fmla="*/ 164697 w 1468058"/>
              <a:gd name="connsiteY124" fmla="*/ 525439 h 765385"/>
              <a:gd name="connsiteX125" fmla="*/ 174933 w 1468058"/>
              <a:gd name="connsiteY125" fmla="*/ 518615 h 765385"/>
              <a:gd name="connsiteX126" fmla="*/ 188580 w 1468058"/>
              <a:gd name="connsiteY126" fmla="*/ 511791 h 765385"/>
              <a:gd name="connsiteX127" fmla="*/ 198816 w 1468058"/>
              <a:gd name="connsiteY127" fmla="*/ 508379 h 765385"/>
              <a:gd name="connsiteX128" fmla="*/ 219288 w 1468058"/>
              <a:gd name="connsiteY128" fmla="*/ 494731 h 765385"/>
              <a:gd name="connsiteX129" fmla="*/ 253407 w 1468058"/>
              <a:gd name="connsiteY129" fmla="*/ 484495 h 765385"/>
              <a:gd name="connsiteX130" fmla="*/ 321646 w 1468058"/>
              <a:gd name="connsiteY130" fmla="*/ 481084 h 765385"/>
              <a:gd name="connsiteX131" fmla="*/ 543422 w 1468058"/>
              <a:gd name="connsiteY131" fmla="*/ 474260 h 765385"/>
              <a:gd name="connsiteX132" fmla="*/ 577542 w 1468058"/>
              <a:gd name="connsiteY132" fmla="*/ 467436 h 765385"/>
              <a:gd name="connsiteX133" fmla="*/ 611661 w 1468058"/>
              <a:gd name="connsiteY133" fmla="*/ 460612 h 765385"/>
              <a:gd name="connsiteX134" fmla="*/ 635545 w 1468058"/>
              <a:gd name="connsiteY134" fmla="*/ 453788 h 765385"/>
              <a:gd name="connsiteX135" fmla="*/ 649192 w 1468058"/>
              <a:gd name="connsiteY135" fmla="*/ 450376 h 765385"/>
              <a:gd name="connsiteX136" fmla="*/ 669664 w 1468058"/>
              <a:gd name="connsiteY136" fmla="*/ 443552 h 765385"/>
              <a:gd name="connsiteX137" fmla="*/ 737903 w 1468058"/>
              <a:gd name="connsiteY137" fmla="*/ 436728 h 765385"/>
              <a:gd name="connsiteX138" fmla="*/ 761786 w 1468058"/>
              <a:gd name="connsiteY138" fmla="*/ 429904 h 765385"/>
              <a:gd name="connsiteX139" fmla="*/ 775434 w 1468058"/>
              <a:gd name="connsiteY139" fmla="*/ 426492 h 765385"/>
              <a:gd name="connsiteX140" fmla="*/ 758375 w 1468058"/>
              <a:gd name="connsiteY140" fmla="*/ 467436 h 765385"/>
              <a:gd name="connsiteX141" fmla="*/ 751551 w 1468058"/>
              <a:gd name="connsiteY141" fmla="*/ 501555 h 765385"/>
              <a:gd name="connsiteX142" fmla="*/ 748139 w 1468058"/>
              <a:gd name="connsiteY142" fmla="*/ 511791 h 765385"/>
              <a:gd name="connsiteX143" fmla="*/ 737903 w 1468058"/>
              <a:gd name="connsiteY143" fmla="*/ 525439 h 765385"/>
              <a:gd name="connsiteX144" fmla="*/ 731079 w 1468058"/>
              <a:gd name="connsiteY144" fmla="*/ 542498 h 765385"/>
              <a:gd name="connsiteX145" fmla="*/ 707195 w 1468058"/>
              <a:gd name="connsiteY145" fmla="*/ 573206 h 765385"/>
              <a:gd name="connsiteX146" fmla="*/ 693548 w 1468058"/>
              <a:gd name="connsiteY146" fmla="*/ 586854 h 765385"/>
              <a:gd name="connsiteX147" fmla="*/ 690136 w 1468058"/>
              <a:gd name="connsiteY147" fmla="*/ 597089 h 765385"/>
              <a:gd name="connsiteX148" fmla="*/ 679900 w 1468058"/>
              <a:gd name="connsiteY148" fmla="*/ 603913 h 765385"/>
              <a:gd name="connsiteX149" fmla="*/ 662840 w 1468058"/>
              <a:gd name="connsiteY149" fmla="*/ 620973 h 765385"/>
              <a:gd name="connsiteX150" fmla="*/ 642369 w 1468058"/>
              <a:gd name="connsiteY150" fmla="*/ 651681 h 765385"/>
              <a:gd name="connsiteX151" fmla="*/ 632133 w 1468058"/>
              <a:gd name="connsiteY151" fmla="*/ 655092 h 765385"/>
              <a:gd name="connsiteX152" fmla="*/ 601425 w 1468058"/>
              <a:gd name="connsiteY152" fmla="*/ 689212 h 765385"/>
              <a:gd name="connsiteX153" fmla="*/ 591189 w 1468058"/>
              <a:gd name="connsiteY153" fmla="*/ 702860 h 765385"/>
              <a:gd name="connsiteX154" fmla="*/ 567306 w 1468058"/>
              <a:gd name="connsiteY154" fmla="*/ 716507 h 765385"/>
              <a:gd name="connsiteX155" fmla="*/ 553658 w 1468058"/>
              <a:gd name="connsiteY155" fmla="*/ 726743 h 765385"/>
              <a:gd name="connsiteX156" fmla="*/ 540010 w 1468058"/>
              <a:gd name="connsiteY156" fmla="*/ 733567 h 765385"/>
              <a:gd name="connsiteX157" fmla="*/ 553658 w 1468058"/>
              <a:gd name="connsiteY157" fmla="*/ 736979 h 765385"/>
              <a:gd name="connsiteX158" fmla="*/ 577542 w 1468058"/>
              <a:gd name="connsiteY158" fmla="*/ 730155 h 765385"/>
              <a:gd name="connsiteX159" fmla="*/ 608249 w 1468058"/>
              <a:gd name="connsiteY159" fmla="*/ 719919 h 765385"/>
              <a:gd name="connsiteX160" fmla="*/ 628721 w 1468058"/>
              <a:gd name="connsiteY160" fmla="*/ 702860 h 765385"/>
              <a:gd name="connsiteX161" fmla="*/ 635545 w 1468058"/>
              <a:gd name="connsiteY161" fmla="*/ 692624 h 765385"/>
              <a:gd name="connsiteX162" fmla="*/ 676488 w 1468058"/>
              <a:gd name="connsiteY162" fmla="*/ 658504 h 765385"/>
              <a:gd name="connsiteX163" fmla="*/ 696960 w 1468058"/>
              <a:gd name="connsiteY163" fmla="*/ 641445 h 765385"/>
              <a:gd name="connsiteX164" fmla="*/ 717431 w 1468058"/>
              <a:gd name="connsiteY164" fmla="*/ 627797 h 765385"/>
              <a:gd name="connsiteX165" fmla="*/ 720843 w 1468058"/>
              <a:gd name="connsiteY165" fmla="*/ 638033 h 765385"/>
              <a:gd name="connsiteX166" fmla="*/ 727667 w 1468058"/>
              <a:gd name="connsiteY166" fmla="*/ 661916 h 765385"/>
              <a:gd name="connsiteX167" fmla="*/ 734491 w 1468058"/>
              <a:gd name="connsiteY167" fmla="*/ 692624 h 765385"/>
              <a:gd name="connsiteX168" fmla="*/ 741315 w 1468058"/>
              <a:gd name="connsiteY168" fmla="*/ 702860 h 765385"/>
              <a:gd name="connsiteX169" fmla="*/ 744727 w 1468058"/>
              <a:gd name="connsiteY169" fmla="*/ 713095 h 765385"/>
              <a:gd name="connsiteX170" fmla="*/ 758375 w 1468058"/>
              <a:gd name="connsiteY170" fmla="*/ 723331 h 765385"/>
              <a:gd name="connsiteX171" fmla="*/ 792494 w 1468058"/>
              <a:gd name="connsiteY171" fmla="*/ 740391 h 765385"/>
              <a:gd name="connsiteX172" fmla="*/ 806142 w 1468058"/>
              <a:gd name="connsiteY172" fmla="*/ 747215 h 765385"/>
              <a:gd name="connsiteX173" fmla="*/ 836849 w 1468058"/>
              <a:gd name="connsiteY173" fmla="*/ 754039 h 765385"/>
              <a:gd name="connsiteX174" fmla="*/ 850497 w 1468058"/>
              <a:gd name="connsiteY174" fmla="*/ 760863 h 765385"/>
              <a:gd name="connsiteX175" fmla="*/ 860733 w 1468058"/>
              <a:gd name="connsiteY175" fmla="*/ 764275 h 765385"/>
              <a:gd name="connsiteX176" fmla="*/ 857321 w 1468058"/>
              <a:gd name="connsiteY176" fmla="*/ 740391 h 765385"/>
              <a:gd name="connsiteX177" fmla="*/ 840261 w 1468058"/>
              <a:gd name="connsiteY177" fmla="*/ 726743 h 765385"/>
              <a:gd name="connsiteX178" fmla="*/ 819789 w 1468058"/>
              <a:gd name="connsiteY178" fmla="*/ 706272 h 765385"/>
              <a:gd name="connsiteX179" fmla="*/ 806142 w 1468058"/>
              <a:gd name="connsiteY179" fmla="*/ 682388 h 765385"/>
              <a:gd name="connsiteX180" fmla="*/ 795906 w 1468058"/>
              <a:gd name="connsiteY180" fmla="*/ 675564 h 765385"/>
              <a:gd name="connsiteX181" fmla="*/ 782258 w 1468058"/>
              <a:gd name="connsiteY181" fmla="*/ 665328 h 765385"/>
              <a:gd name="connsiteX182" fmla="*/ 768610 w 1468058"/>
              <a:gd name="connsiteY182" fmla="*/ 641445 h 765385"/>
              <a:gd name="connsiteX183" fmla="*/ 765198 w 1468058"/>
              <a:gd name="connsiteY183" fmla="*/ 624385 h 765385"/>
              <a:gd name="connsiteX184" fmla="*/ 768610 w 1468058"/>
              <a:gd name="connsiteY184" fmla="*/ 569794 h 765385"/>
              <a:gd name="connsiteX185" fmla="*/ 775434 w 1468058"/>
              <a:gd name="connsiteY185" fmla="*/ 556146 h 765385"/>
              <a:gd name="connsiteX186" fmla="*/ 778846 w 1468058"/>
              <a:gd name="connsiteY186" fmla="*/ 545910 h 765385"/>
              <a:gd name="connsiteX187" fmla="*/ 785670 w 1468058"/>
              <a:gd name="connsiteY187" fmla="*/ 528851 h 765385"/>
              <a:gd name="connsiteX188" fmla="*/ 792494 w 1468058"/>
              <a:gd name="connsiteY188" fmla="*/ 515203 h 765385"/>
              <a:gd name="connsiteX189" fmla="*/ 802730 w 1468058"/>
              <a:gd name="connsiteY189" fmla="*/ 511791 h 765385"/>
              <a:gd name="connsiteX190" fmla="*/ 812966 w 1468058"/>
              <a:gd name="connsiteY190" fmla="*/ 494731 h 765385"/>
              <a:gd name="connsiteX191" fmla="*/ 830025 w 1468058"/>
              <a:gd name="connsiteY191" fmla="*/ 484495 h 765385"/>
              <a:gd name="connsiteX192" fmla="*/ 847085 w 1468058"/>
              <a:gd name="connsiteY192" fmla="*/ 470848 h 765385"/>
              <a:gd name="connsiteX193" fmla="*/ 853909 w 1468058"/>
              <a:gd name="connsiteY193" fmla="*/ 460612 h 765385"/>
              <a:gd name="connsiteX194" fmla="*/ 867557 w 1468058"/>
              <a:gd name="connsiteY194" fmla="*/ 453788 h 765385"/>
              <a:gd name="connsiteX195" fmla="*/ 891440 w 1468058"/>
              <a:gd name="connsiteY195" fmla="*/ 443552 h 765385"/>
              <a:gd name="connsiteX196" fmla="*/ 905088 w 1468058"/>
              <a:gd name="connsiteY196" fmla="*/ 433316 h 765385"/>
              <a:gd name="connsiteX197" fmla="*/ 915324 w 1468058"/>
              <a:gd name="connsiteY197" fmla="*/ 429904 h 765385"/>
              <a:gd name="connsiteX198" fmla="*/ 946031 w 1468058"/>
              <a:gd name="connsiteY198" fmla="*/ 423081 h 765385"/>
              <a:gd name="connsiteX199" fmla="*/ 969915 w 1468058"/>
              <a:gd name="connsiteY199" fmla="*/ 416257 h 765385"/>
              <a:gd name="connsiteX200" fmla="*/ 990386 w 1468058"/>
              <a:gd name="connsiteY200" fmla="*/ 412845 h 765385"/>
              <a:gd name="connsiteX201" fmla="*/ 1017682 w 1468058"/>
              <a:gd name="connsiteY201" fmla="*/ 399197 h 765385"/>
              <a:gd name="connsiteX202" fmla="*/ 1031330 w 1468058"/>
              <a:gd name="connsiteY202" fmla="*/ 395785 h 765385"/>
              <a:gd name="connsiteX203" fmla="*/ 1055213 w 1468058"/>
              <a:gd name="connsiteY203" fmla="*/ 385549 h 765385"/>
              <a:gd name="connsiteX204" fmla="*/ 1096157 w 1468058"/>
              <a:gd name="connsiteY204" fmla="*/ 378725 h 765385"/>
              <a:gd name="connsiteX205" fmla="*/ 1116628 w 1468058"/>
              <a:gd name="connsiteY205" fmla="*/ 371901 h 765385"/>
              <a:gd name="connsiteX206" fmla="*/ 1140512 w 1468058"/>
              <a:gd name="connsiteY206" fmla="*/ 361666 h 765385"/>
              <a:gd name="connsiteX207" fmla="*/ 1195103 w 1468058"/>
              <a:gd name="connsiteY207" fmla="*/ 348018 h 765385"/>
              <a:gd name="connsiteX208" fmla="*/ 1229222 w 1468058"/>
              <a:gd name="connsiteY208" fmla="*/ 334370 h 765385"/>
              <a:gd name="connsiteX209" fmla="*/ 1256518 w 1468058"/>
              <a:gd name="connsiteY209" fmla="*/ 327546 h 765385"/>
              <a:gd name="connsiteX210" fmla="*/ 1276989 w 1468058"/>
              <a:gd name="connsiteY210" fmla="*/ 317310 h 765385"/>
              <a:gd name="connsiteX211" fmla="*/ 1287225 w 1468058"/>
              <a:gd name="connsiteY211" fmla="*/ 307075 h 765385"/>
              <a:gd name="connsiteX212" fmla="*/ 1307697 w 1468058"/>
              <a:gd name="connsiteY212" fmla="*/ 300251 h 765385"/>
              <a:gd name="connsiteX213" fmla="*/ 1328169 w 1468058"/>
              <a:gd name="connsiteY213" fmla="*/ 293427 h 765385"/>
              <a:gd name="connsiteX214" fmla="*/ 1352052 w 1468058"/>
              <a:gd name="connsiteY214" fmla="*/ 283191 h 765385"/>
              <a:gd name="connsiteX215" fmla="*/ 1379348 w 1468058"/>
              <a:gd name="connsiteY215" fmla="*/ 279779 h 765385"/>
              <a:gd name="connsiteX216" fmla="*/ 1392995 w 1468058"/>
              <a:gd name="connsiteY216" fmla="*/ 276367 h 765385"/>
              <a:gd name="connsiteX217" fmla="*/ 1468058 w 1468058"/>
              <a:gd name="connsiteY217" fmla="*/ 272955 h 765385"/>
              <a:gd name="connsiteX218" fmla="*/ 1181455 w 1468058"/>
              <a:gd name="connsiteY218" fmla="*/ 0 h 76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1468058" h="765385">
                <a:moveTo>
                  <a:pt x="1181455" y="0"/>
                </a:moveTo>
                <a:lnTo>
                  <a:pt x="1181455" y="0"/>
                </a:lnTo>
                <a:cubicBezTo>
                  <a:pt x="1182592" y="10236"/>
                  <a:pt x="1183411" y="20512"/>
                  <a:pt x="1184867" y="30707"/>
                </a:cubicBezTo>
                <a:cubicBezTo>
                  <a:pt x="1185687" y="36448"/>
                  <a:pt x="1188279" y="41968"/>
                  <a:pt x="1188279" y="47767"/>
                </a:cubicBezTo>
                <a:cubicBezTo>
                  <a:pt x="1188279" y="72814"/>
                  <a:pt x="1186864" y="97863"/>
                  <a:pt x="1184867" y="122830"/>
                </a:cubicBezTo>
                <a:cubicBezTo>
                  <a:pt x="1184580" y="126415"/>
                  <a:pt x="1183702" y="130258"/>
                  <a:pt x="1181455" y="133066"/>
                </a:cubicBezTo>
                <a:cubicBezTo>
                  <a:pt x="1178893" y="136268"/>
                  <a:pt x="1174631" y="137615"/>
                  <a:pt x="1171219" y="139889"/>
                </a:cubicBezTo>
                <a:cubicBezTo>
                  <a:pt x="1167807" y="145576"/>
                  <a:pt x="1163949" y="151017"/>
                  <a:pt x="1160983" y="156949"/>
                </a:cubicBezTo>
                <a:cubicBezTo>
                  <a:pt x="1159375" y="160166"/>
                  <a:pt x="1159819" y="164377"/>
                  <a:pt x="1157572" y="167185"/>
                </a:cubicBezTo>
                <a:cubicBezTo>
                  <a:pt x="1135897" y="194280"/>
                  <a:pt x="1137223" y="186709"/>
                  <a:pt x="1113216" y="204716"/>
                </a:cubicBezTo>
                <a:cubicBezTo>
                  <a:pt x="1108667" y="208128"/>
                  <a:pt x="1103590" y="210931"/>
                  <a:pt x="1099569" y="214952"/>
                </a:cubicBezTo>
                <a:cubicBezTo>
                  <a:pt x="1096669" y="217852"/>
                  <a:pt x="1095947" y="222626"/>
                  <a:pt x="1092745" y="225188"/>
                </a:cubicBezTo>
                <a:cubicBezTo>
                  <a:pt x="1089937" y="227435"/>
                  <a:pt x="1085726" y="226992"/>
                  <a:pt x="1082509" y="228600"/>
                </a:cubicBezTo>
                <a:cubicBezTo>
                  <a:pt x="1056052" y="241829"/>
                  <a:pt x="1087765" y="230260"/>
                  <a:pt x="1062037" y="238836"/>
                </a:cubicBezTo>
                <a:cubicBezTo>
                  <a:pt x="1059762" y="242248"/>
                  <a:pt x="1058113" y="246172"/>
                  <a:pt x="1055213" y="249072"/>
                </a:cubicBezTo>
                <a:cubicBezTo>
                  <a:pt x="1047360" y="256925"/>
                  <a:pt x="1041769" y="256697"/>
                  <a:pt x="1031330" y="259307"/>
                </a:cubicBezTo>
                <a:lnTo>
                  <a:pt x="1010858" y="272955"/>
                </a:lnTo>
                <a:cubicBezTo>
                  <a:pt x="1002375" y="278611"/>
                  <a:pt x="996867" y="282893"/>
                  <a:pt x="986975" y="286603"/>
                </a:cubicBezTo>
                <a:cubicBezTo>
                  <a:pt x="982584" y="288250"/>
                  <a:pt x="977876" y="288878"/>
                  <a:pt x="973327" y="290015"/>
                </a:cubicBezTo>
                <a:cubicBezTo>
                  <a:pt x="969915" y="293427"/>
                  <a:pt x="967281" y="297857"/>
                  <a:pt x="963091" y="300251"/>
                </a:cubicBezTo>
                <a:cubicBezTo>
                  <a:pt x="959020" y="302578"/>
                  <a:pt x="953834" y="302016"/>
                  <a:pt x="949443" y="303663"/>
                </a:cubicBezTo>
                <a:cubicBezTo>
                  <a:pt x="944681" y="305449"/>
                  <a:pt x="940211" y="307964"/>
                  <a:pt x="935795" y="310487"/>
                </a:cubicBezTo>
                <a:cubicBezTo>
                  <a:pt x="932235" y="312521"/>
                  <a:pt x="929450" y="316013"/>
                  <a:pt x="925560" y="317310"/>
                </a:cubicBezTo>
                <a:cubicBezTo>
                  <a:pt x="918997" y="319498"/>
                  <a:pt x="911773" y="318939"/>
                  <a:pt x="905088" y="320722"/>
                </a:cubicBezTo>
                <a:cubicBezTo>
                  <a:pt x="894663" y="323502"/>
                  <a:pt x="884960" y="328842"/>
                  <a:pt x="874380" y="330958"/>
                </a:cubicBezTo>
                <a:cubicBezTo>
                  <a:pt x="868694" y="332095"/>
                  <a:pt x="862875" y="332704"/>
                  <a:pt x="857321" y="334370"/>
                </a:cubicBezTo>
                <a:cubicBezTo>
                  <a:pt x="851455" y="336130"/>
                  <a:pt x="846311" y="340239"/>
                  <a:pt x="840261" y="341194"/>
                </a:cubicBezTo>
                <a:cubicBezTo>
                  <a:pt x="824493" y="343684"/>
                  <a:pt x="808416" y="343469"/>
                  <a:pt x="792494" y="344606"/>
                </a:cubicBezTo>
                <a:cubicBezTo>
                  <a:pt x="783266" y="346144"/>
                  <a:pt x="756580" y="350755"/>
                  <a:pt x="748139" y="351430"/>
                </a:cubicBezTo>
                <a:cubicBezTo>
                  <a:pt x="727701" y="353065"/>
                  <a:pt x="707196" y="353705"/>
                  <a:pt x="686724" y="354842"/>
                </a:cubicBezTo>
                <a:cubicBezTo>
                  <a:pt x="653742" y="353705"/>
                  <a:pt x="620719" y="353426"/>
                  <a:pt x="587778" y="351430"/>
                </a:cubicBezTo>
                <a:cubicBezTo>
                  <a:pt x="583097" y="351146"/>
                  <a:pt x="578772" y="348681"/>
                  <a:pt x="574130" y="348018"/>
                </a:cubicBezTo>
                <a:cubicBezTo>
                  <a:pt x="562815" y="346402"/>
                  <a:pt x="551383" y="345743"/>
                  <a:pt x="540010" y="344606"/>
                </a:cubicBezTo>
                <a:cubicBezTo>
                  <a:pt x="533186" y="341194"/>
                  <a:pt x="526724" y="336936"/>
                  <a:pt x="519539" y="334370"/>
                </a:cubicBezTo>
                <a:cubicBezTo>
                  <a:pt x="510707" y="331216"/>
                  <a:pt x="492243" y="327546"/>
                  <a:pt x="492243" y="327546"/>
                </a:cubicBezTo>
                <a:cubicBezTo>
                  <a:pt x="485419" y="322997"/>
                  <a:pt x="478333" y="318818"/>
                  <a:pt x="471772" y="313898"/>
                </a:cubicBezTo>
                <a:cubicBezTo>
                  <a:pt x="467223" y="310486"/>
                  <a:pt x="462783" y="306924"/>
                  <a:pt x="458124" y="303663"/>
                </a:cubicBezTo>
                <a:cubicBezTo>
                  <a:pt x="443988" y="293768"/>
                  <a:pt x="434282" y="290070"/>
                  <a:pt x="424004" y="276367"/>
                </a:cubicBezTo>
                <a:cubicBezTo>
                  <a:pt x="400314" y="244781"/>
                  <a:pt x="445592" y="284227"/>
                  <a:pt x="396709" y="238836"/>
                </a:cubicBezTo>
                <a:cubicBezTo>
                  <a:pt x="388375" y="231097"/>
                  <a:pt x="378512" y="225188"/>
                  <a:pt x="369413" y="218364"/>
                </a:cubicBezTo>
                <a:cubicBezTo>
                  <a:pt x="364864" y="214952"/>
                  <a:pt x="359787" y="212149"/>
                  <a:pt x="355766" y="208128"/>
                </a:cubicBezTo>
                <a:cubicBezTo>
                  <a:pt x="352354" y="204716"/>
                  <a:pt x="349390" y="200787"/>
                  <a:pt x="345530" y="197892"/>
                </a:cubicBezTo>
                <a:cubicBezTo>
                  <a:pt x="335688" y="190511"/>
                  <a:pt x="325058" y="184245"/>
                  <a:pt x="314822" y="177421"/>
                </a:cubicBezTo>
                <a:cubicBezTo>
                  <a:pt x="311410" y="175146"/>
                  <a:pt x="307486" y="173497"/>
                  <a:pt x="304586" y="170597"/>
                </a:cubicBezTo>
                <a:cubicBezTo>
                  <a:pt x="280519" y="146528"/>
                  <a:pt x="292747" y="154441"/>
                  <a:pt x="270467" y="143301"/>
                </a:cubicBezTo>
                <a:cubicBezTo>
                  <a:pt x="261368" y="116007"/>
                  <a:pt x="275017" y="147852"/>
                  <a:pt x="256819" y="129654"/>
                </a:cubicBezTo>
                <a:cubicBezTo>
                  <a:pt x="254276" y="127111"/>
                  <a:pt x="255402" y="122411"/>
                  <a:pt x="253407" y="119418"/>
                </a:cubicBezTo>
                <a:cubicBezTo>
                  <a:pt x="250731" y="115403"/>
                  <a:pt x="246349" y="112813"/>
                  <a:pt x="243172" y="109182"/>
                </a:cubicBezTo>
                <a:cubicBezTo>
                  <a:pt x="238377" y="103701"/>
                  <a:pt x="234073" y="97809"/>
                  <a:pt x="229524" y="92122"/>
                </a:cubicBezTo>
                <a:cubicBezTo>
                  <a:pt x="222038" y="62180"/>
                  <a:pt x="232707" y="91848"/>
                  <a:pt x="215876" y="71651"/>
                </a:cubicBezTo>
                <a:cubicBezTo>
                  <a:pt x="212620" y="67744"/>
                  <a:pt x="211669" y="62364"/>
                  <a:pt x="209052" y="58003"/>
                </a:cubicBezTo>
                <a:cubicBezTo>
                  <a:pt x="204832" y="50970"/>
                  <a:pt x="199953" y="44355"/>
                  <a:pt x="195404" y="37531"/>
                </a:cubicBezTo>
                <a:cubicBezTo>
                  <a:pt x="190855" y="40943"/>
                  <a:pt x="185062" y="43140"/>
                  <a:pt x="181757" y="47767"/>
                </a:cubicBezTo>
                <a:cubicBezTo>
                  <a:pt x="179031" y="51583"/>
                  <a:pt x="178345" y="56726"/>
                  <a:pt x="178345" y="61415"/>
                </a:cubicBezTo>
                <a:cubicBezTo>
                  <a:pt x="178345" y="74596"/>
                  <a:pt x="183176" y="93610"/>
                  <a:pt x="188580" y="105770"/>
                </a:cubicBezTo>
                <a:cubicBezTo>
                  <a:pt x="190245" y="109517"/>
                  <a:pt x="193129" y="112594"/>
                  <a:pt x="195404" y="116006"/>
                </a:cubicBezTo>
                <a:cubicBezTo>
                  <a:pt x="198152" y="126997"/>
                  <a:pt x="198777" y="133693"/>
                  <a:pt x="205640" y="143301"/>
                </a:cubicBezTo>
                <a:cubicBezTo>
                  <a:pt x="208445" y="147227"/>
                  <a:pt x="212464" y="150125"/>
                  <a:pt x="215876" y="153537"/>
                </a:cubicBezTo>
                <a:cubicBezTo>
                  <a:pt x="219318" y="167305"/>
                  <a:pt x="219107" y="172092"/>
                  <a:pt x="229524" y="184245"/>
                </a:cubicBezTo>
                <a:cubicBezTo>
                  <a:pt x="232193" y="187358"/>
                  <a:pt x="236348" y="188794"/>
                  <a:pt x="239760" y="191069"/>
                </a:cubicBezTo>
                <a:cubicBezTo>
                  <a:pt x="247438" y="214100"/>
                  <a:pt x="236390" y="187136"/>
                  <a:pt x="260231" y="214952"/>
                </a:cubicBezTo>
                <a:cubicBezTo>
                  <a:pt x="274788" y="231936"/>
                  <a:pt x="250223" y="220715"/>
                  <a:pt x="273879" y="228600"/>
                </a:cubicBezTo>
                <a:lnTo>
                  <a:pt x="243172" y="218364"/>
                </a:lnTo>
                <a:cubicBezTo>
                  <a:pt x="222372" y="211431"/>
                  <a:pt x="228576" y="214321"/>
                  <a:pt x="198816" y="194481"/>
                </a:cubicBezTo>
                <a:cubicBezTo>
                  <a:pt x="195404" y="192206"/>
                  <a:pt x="192420" y="189097"/>
                  <a:pt x="188580" y="187657"/>
                </a:cubicBezTo>
                <a:cubicBezTo>
                  <a:pt x="183150" y="185621"/>
                  <a:pt x="177207" y="185382"/>
                  <a:pt x="171521" y="184245"/>
                </a:cubicBezTo>
                <a:cubicBezTo>
                  <a:pt x="164942" y="180298"/>
                  <a:pt x="138320" y="164692"/>
                  <a:pt x="133989" y="160361"/>
                </a:cubicBezTo>
                <a:cubicBezTo>
                  <a:pt x="121211" y="147582"/>
                  <a:pt x="128331" y="151651"/>
                  <a:pt x="113518" y="146713"/>
                </a:cubicBezTo>
                <a:cubicBezTo>
                  <a:pt x="104419" y="137615"/>
                  <a:pt x="93942" y="129712"/>
                  <a:pt x="86222" y="119418"/>
                </a:cubicBezTo>
                <a:cubicBezTo>
                  <a:pt x="82810" y="114869"/>
                  <a:pt x="79000" y="110592"/>
                  <a:pt x="75986" y="105770"/>
                </a:cubicBezTo>
                <a:cubicBezTo>
                  <a:pt x="66301" y="90273"/>
                  <a:pt x="72741" y="90779"/>
                  <a:pt x="55515" y="78475"/>
                </a:cubicBezTo>
                <a:cubicBezTo>
                  <a:pt x="52588" y="76385"/>
                  <a:pt x="48691" y="76200"/>
                  <a:pt x="45279" y="75063"/>
                </a:cubicBezTo>
                <a:cubicBezTo>
                  <a:pt x="41867" y="71651"/>
                  <a:pt x="38750" y="67916"/>
                  <a:pt x="35043" y="64827"/>
                </a:cubicBezTo>
                <a:cubicBezTo>
                  <a:pt x="31893" y="62202"/>
                  <a:pt x="25697" y="54000"/>
                  <a:pt x="24807" y="58003"/>
                </a:cubicBezTo>
                <a:cubicBezTo>
                  <a:pt x="17809" y="89493"/>
                  <a:pt x="23503" y="90818"/>
                  <a:pt x="38455" y="105770"/>
                </a:cubicBezTo>
                <a:cubicBezTo>
                  <a:pt x="45356" y="133374"/>
                  <a:pt x="35557" y="106371"/>
                  <a:pt x="55515" y="129654"/>
                </a:cubicBezTo>
                <a:cubicBezTo>
                  <a:pt x="58825" y="133516"/>
                  <a:pt x="59816" y="138885"/>
                  <a:pt x="62339" y="143301"/>
                </a:cubicBezTo>
                <a:cubicBezTo>
                  <a:pt x="66932" y="151339"/>
                  <a:pt x="74170" y="159866"/>
                  <a:pt x="79398" y="167185"/>
                </a:cubicBezTo>
                <a:cubicBezTo>
                  <a:pt x="81781" y="170522"/>
                  <a:pt x="83322" y="174521"/>
                  <a:pt x="86222" y="177421"/>
                </a:cubicBezTo>
                <a:cubicBezTo>
                  <a:pt x="89122" y="180321"/>
                  <a:pt x="93046" y="181970"/>
                  <a:pt x="96458" y="184245"/>
                </a:cubicBezTo>
                <a:cubicBezTo>
                  <a:pt x="101900" y="192408"/>
                  <a:pt x="105158" y="198745"/>
                  <a:pt x="113518" y="204716"/>
                </a:cubicBezTo>
                <a:cubicBezTo>
                  <a:pt x="117657" y="207672"/>
                  <a:pt x="122750" y="209016"/>
                  <a:pt x="127166" y="211540"/>
                </a:cubicBezTo>
                <a:cubicBezTo>
                  <a:pt x="130726" y="213574"/>
                  <a:pt x="134064" y="215981"/>
                  <a:pt x="137401" y="218364"/>
                </a:cubicBezTo>
                <a:cubicBezTo>
                  <a:pt x="142028" y="221669"/>
                  <a:pt x="146731" y="224899"/>
                  <a:pt x="151049" y="228600"/>
                </a:cubicBezTo>
                <a:cubicBezTo>
                  <a:pt x="154713" y="231740"/>
                  <a:pt x="157358" y="236031"/>
                  <a:pt x="161285" y="238836"/>
                </a:cubicBezTo>
                <a:cubicBezTo>
                  <a:pt x="165424" y="241792"/>
                  <a:pt x="170517" y="243136"/>
                  <a:pt x="174933" y="245660"/>
                </a:cubicBezTo>
                <a:cubicBezTo>
                  <a:pt x="178493" y="247695"/>
                  <a:pt x="181400" y="250869"/>
                  <a:pt x="185169" y="252484"/>
                </a:cubicBezTo>
                <a:cubicBezTo>
                  <a:pt x="189479" y="254331"/>
                  <a:pt x="194325" y="254548"/>
                  <a:pt x="198816" y="255895"/>
                </a:cubicBezTo>
                <a:cubicBezTo>
                  <a:pt x="205007" y="257752"/>
                  <a:pt x="229717" y="265926"/>
                  <a:pt x="236348" y="269543"/>
                </a:cubicBezTo>
                <a:cubicBezTo>
                  <a:pt x="265996" y="285715"/>
                  <a:pt x="246417" y="279708"/>
                  <a:pt x="270467" y="290015"/>
                </a:cubicBezTo>
                <a:cubicBezTo>
                  <a:pt x="273773" y="291432"/>
                  <a:pt x="277335" y="292164"/>
                  <a:pt x="280703" y="293427"/>
                </a:cubicBezTo>
                <a:cubicBezTo>
                  <a:pt x="286438" y="295578"/>
                  <a:pt x="292028" y="298100"/>
                  <a:pt x="297763" y="300251"/>
                </a:cubicBezTo>
                <a:cubicBezTo>
                  <a:pt x="301130" y="301514"/>
                  <a:pt x="304832" y="301958"/>
                  <a:pt x="307998" y="303663"/>
                </a:cubicBezTo>
                <a:cubicBezTo>
                  <a:pt x="338407" y="320037"/>
                  <a:pt x="331378" y="321553"/>
                  <a:pt x="352354" y="327546"/>
                </a:cubicBezTo>
                <a:cubicBezTo>
                  <a:pt x="356863" y="328834"/>
                  <a:pt x="361452" y="329821"/>
                  <a:pt x="366001" y="330958"/>
                </a:cubicBezTo>
                <a:cubicBezTo>
                  <a:pt x="370550" y="334370"/>
                  <a:pt x="375628" y="337173"/>
                  <a:pt x="379649" y="341194"/>
                </a:cubicBezTo>
                <a:cubicBezTo>
                  <a:pt x="395082" y="356627"/>
                  <a:pt x="376782" y="348200"/>
                  <a:pt x="396709" y="354842"/>
                </a:cubicBezTo>
                <a:cubicBezTo>
                  <a:pt x="393297" y="357117"/>
                  <a:pt x="390313" y="360226"/>
                  <a:pt x="386473" y="361666"/>
                </a:cubicBezTo>
                <a:cubicBezTo>
                  <a:pt x="362176" y="370777"/>
                  <a:pt x="300390" y="361941"/>
                  <a:pt x="294351" y="361666"/>
                </a:cubicBezTo>
                <a:cubicBezTo>
                  <a:pt x="262858" y="363634"/>
                  <a:pt x="227115" y="365607"/>
                  <a:pt x="195404" y="368489"/>
                </a:cubicBezTo>
                <a:cubicBezTo>
                  <a:pt x="185148" y="369421"/>
                  <a:pt x="174933" y="370764"/>
                  <a:pt x="164697" y="371901"/>
                </a:cubicBezTo>
                <a:cubicBezTo>
                  <a:pt x="156736" y="375313"/>
                  <a:pt x="148240" y="377681"/>
                  <a:pt x="140813" y="382137"/>
                </a:cubicBezTo>
                <a:cubicBezTo>
                  <a:pt x="136676" y="384620"/>
                  <a:pt x="134649" y="389782"/>
                  <a:pt x="130578" y="392373"/>
                </a:cubicBezTo>
                <a:cubicBezTo>
                  <a:pt x="121996" y="397835"/>
                  <a:pt x="111420" y="399917"/>
                  <a:pt x="103282" y="406021"/>
                </a:cubicBezTo>
                <a:cubicBezTo>
                  <a:pt x="75288" y="427017"/>
                  <a:pt x="100768" y="405541"/>
                  <a:pt x="82810" y="426492"/>
                </a:cubicBezTo>
                <a:cubicBezTo>
                  <a:pt x="78623" y="431377"/>
                  <a:pt x="73437" y="435331"/>
                  <a:pt x="69163" y="440140"/>
                </a:cubicBezTo>
                <a:cubicBezTo>
                  <a:pt x="58355" y="452299"/>
                  <a:pt x="56513" y="455703"/>
                  <a:pt x="48691" y="467436"/>
                </a:cubicBezTo>
                <a:cubicBezTo>
                  <a:pt x="47554" y="473122"/>
                  <a:pt x="45919" y="478732"/>
                  <a:pt x="45279" y="484495"/>
                </a:cubicBezTo>
                <a:cubicBezTo>
                  <a:pt x="37611" y="553509"/>
                  <a:pt x="47231" y="506255"/>
                  <a:pt x="35043" y="583442"/>
                </a:cubicBezTo>
                <a:cubicBezTo>
                  <a:pt x="34482" y="586995"/>
                  <a:pt x="32768" y="590266"/>
                  <a:pt x="31631" y="593678"/>
                </a:cubicBezTo>
                <a:cubicBezTo>
                  <a:pt x="29930" y="608990"/>
                  <a:pt x="28216" y="636902"/>
                  <a:pt x="21395" y="651681"/>
                </a:cubicBezTo>
                <a:cubicBezTo>
                  <a:pt x="18343" y="658293"/>
                  <a:pt x="12297" y="663054"/>
                  <a:pt x="7748" y="668740"/>
                </a:cubicBezTo>
                <a:cubicBezTo>
                  <a:pt x="5473" y="681251"/>
                  <a:pt x="-2730" y="694092"/>
                  <a:pt x="924" y="706272"/>
                </a:cubicBezTo>
                <a:cubicBezTo>
                  <a:pt x="2590" y="711826"/>
                  <a:pt x="13066" y="705934"/>
                  <a:pt x="17983" y="702860"/>
                </a:cubicBezTo>
                <a:cubicBezTo>
                  <a:pt x="22805" y="699846"/>
                  <a:pt x="24441" y="693462"/>
                  <a:pt x="28219" y="689212"/>
                </a:cubicBezTo>
                <a:cubicBezTo>
                  <a:pt x="33562" y="683201"/>
                  <a:pt x="39592" y="677839"/>
                  <a:pt x="45279" y="672152"/>
                </a:cubicBezTo>
                <a:cubicBezTo>
                  <a:pt x="46416" y="668740"/>
                  <a:pt x="47274" y="665222"/>
                  <a:pt x="48691" y="661916"/>
                </a:cubicBezTo>
                <a:cubicBezTo>
                  <a:pt x="50695" y="657241"/>
                  <a:pt x="54177" y="653176"/>
                  <a:pt x="55515" y="648269"/>
                </a:cubicBezTo>
                <a:cubicBezTo>
                  <a:pt x="57631" y="640510"/>
                  <a:pt x="56384" y="632014"/>
                  <a:pt x="58927" y="624385"/>
                </a:cubicBezTo>
                <a:cubicBezTo>
                  <a:pt x="58935" y="624361"/>
                  <a:pt x="73169" y="593083"/>
                  <a:pt x="79398" y="586854"/>
                </a:cubicBezTo>
                <a:cubicBezTo>
                  <a:pt x="82298" y="583954"/>
                  <a:pt x="86734" y="582930"/>
                  <a:pt x="89634" y="580030"/>
                </a:cubicBezTo>
                <a:cubicBezTo>
                  <a:pt x="108225" y="561439"/>
                  <a:pt x="90556" y="569487"/>
                  <a:pt x="110106" y="562970"/>
                </a:cubicBezTo>
                <a:cubicBezTo>
                  <a:pt x="112381" y="559558"/>
                  <a:pt x="114030" y="555634"/>
                  <a:pt x="116930" y="552734"/>
                </a:cubicBezTo>
                <a:cubicBezTo>
                  <a:pt x="125490" y="544174"/>
                  <a:pt x="133471" y="544952"/>
                  <a:pt x="144225" y="539087"/>
                </a:cubicBezTo>
                <a:cubicBezTo>
                  <a:pt x="151425" y="535160"/>
                  <a:pt x="157873" y="529988"/>
                  <a:pt x="164697" y="525439"/>
                </a:cubicBezTo>
                <a:cubicBezTo>
                  <a:pt x="168109" y="523164"/>
                  <a:pt x="171265" y="520449"/>
                  <a:pt x="174933" y="518615"/>
                </a:cubicBezTo>
                <a:cubicBezTo>
                  <a:pt x="179482" y="516340"/>
                  <a:pt x="183905" y="513795"/>
                  <a:pt x="188580" y="511791"/>
                </a:cubicBezTo>
                <a:cubicBezTo>
                  <a:pt x="191886" y="510374"/>
                  <a:pt x="195672" y="510126"/>
                  <a:pt x="198816" y="508379"/>
                </a:cubicBezTo>
                <a:cubicBezTo>
                  <a:pt x="205985" y="504396"/>
                  <a:pt x="211507" y="497325"/>
                  <a:pt x="219288" y="494731"/>
                </a:cubicBezTo>
                <a:cubicBezTo>
                  <a:pt x="223112" y="493456"/>
                  <a:pt x="246534" y="485068"/>
                  <a:pt x="253407" y="484495"/>
                </a:cubicBezTo>
                <a:cubicBezTo>
                  <a:pt x="276103" y="482604"/>
                  <a:pt x="298900" y="482221"/>
                  <a:pt x="321646" y="481084"/>
                </a:cubicBezTo>
                <a:cubicBezTo>
                  <a:pt x="407066" y="464000"/>
                  <a:pt x="315991" y="481152"/>
                  <a:pt x="543422" y="474260"/>
                </a:cubicBezTo>
                <a:cubicBezTo>
                  <a:pt x="555748" y="473886"/>
                  <a:pt x="565839" y="469944"/>
                  <a:pt x="577542" y="467436"/>
                </a:cubicBezTo>
                <a:cubicBezTo>
                  <a:pt x="588883" y="465006"/>
                  <a:pt x="600409" y="463425"/>
                  <a:pt x="611661" y="460612"/>
                </a:cubicBezTo>
                <a:cubicBezTo>
                  <a:pt x="654312" y="449949"/>
                  <a:pt x="601292" y="463575"/>
                  <a:pt x="635545" y="453788"/>
                </a:cubicBezTo>
                <a:cubicBezTo>
                  <a:pt x="640054" y="452500"/>
                  <a:pt x="644701" y="451723"/>
                  <a:pt x="649192" y="450376"/>
                </a:cubicBezTo>
                <a:cubicBezTo>
                  <a:pt x="656082" y="448309"/>
                  <a:pt x="662500" y="444203"/>
                  <a:pt x="669664" y="443552"/>
                </a:cubicBezTo>
                <a:cubicBezTo>
                  <a:pt x="717452" y="439208"/>
                  <a:pt x="694710" y="441527"/>
                  <a:pt x="737903" y="436728"/>
                </a:cubicBezTo>
                <a:cubicBezTo>
                  <a:pt x="780571" y="426061"/>
                  <a:pt x="727522" y="439694"/>
                  <a:pt x="761786" y="429904"/>
                </a:cubicBezTo>
                <a:cubicBezTo>
                  <a:pt x="766295" y="428616"/>
                  <a:pt x="770885" y="427629"/>
                  <a:pt x="775434" y="426492"/>
                </a:cubicBezTo>
                <a:cubicBezTo>
                  <a:pt x="763936" y="449489"/>
                  <a:pt x="762295" y="447834"/>
                  <a:pt x="758375" y="467436"/>
                </a:cubicBezTo>
                <a:cubicBezTo>
                  <a:pt x="753909" y="489770"/>
                  <a:pt x="756833" y="483069"/>
                  <a:pt x="751551" y="501555"/>
                </a:cubicBezTo>
                <a:cubicBezTo>
                  <a:pt x="750563" y="505013"/>
                  <a:pt x="749923" y="508668"/>
                  <a:pt x="748139" y="511791"/>
                </a:cubicBezTo>
                <a:cubicBezTo>
                  <a:pt x="745318" y="516728"/>
                  <a:pt x="740665" y="520468"/>
                  <a:pt x="737903" y="525439"/>
                </a:cubicBezTo>
                <a:cubicBezTo>
                  <a:pt x="734929" y="530793"/>
                  <a:pt x="734391" y="537346"/>
                  <a:pt x="731079" y="542498"/>
                </a:cubicBezTo>
                <a:cubicBezTo>
                  <a:pt x="724067" y="553406"/>
                  <a:pt x="707195" y="573206"/>
                  <a:pt x="707195" y="573206"/>
                </a:cubicBezTo>
                <a:cubicBezTo>
                  <a:pt x="698097" y="600501"/>
                  <a:pt x="711744" y="568658"/>
                  <a:pt x="693548" y="586854"/>
                </a:cubicBezTo>
                <a:cubicBezTo>
                  <a:pt x="691005" y="589397"/>
                  <a:pt x="692383" y="594281"/>
                  <a:pt x="690136" y="597089"/>
                </a:cubicBezTo>
                <a:cubicBezTo>
                  <a:pt x="687574" y="600291"/>
                  <a:pt x="682986" y="601213"/>
                  <a:pt x="679900" y="603913"/>
                </a:cubicBezTo>
                <a:cubicBezTo>
                  <a:pt x="673848" y="609209"/>
                  <a:pt x="667864" y="614693"/>
                  <a:pt x="662840" y="620973"/>
                </a:cubicBezTo>
                <a:cubicBezTo>
                  <a:pt x="656414" y="629006"/>
                  <a:pt x="650807" y="644649"/>
                  <a:pt x="642369" y="651681"/>
                </a:cubicBezTo>
                <a:cubicBezTo>
                  <a:pt x="639606" y="653983"/>
                  <a:pt x="635545" y="653955"/>
                  <a:pt x="632133" y="655092"/>
                </a:cubicBezTo>
                <a:cubicBezTo>
                  <a:pt x="612555" y="687722"/>
                  <a:pt x="633383" y="657254"/>
                  <a:pt x="601425" y="689212"/>
                </a:cubicBezTo>
                <a:cubicBezTo>
                  <a:pt x="597404" y="693233"/>
                  <a:pt x="595210" y="698839"/>
                  <a:pt x="591189" y="702860"/>
                </a:cubicBezTo>
                <a:cubicBezTo>
                  <a:pt x="580862" y="713187"/>
                  <a:pt x="579017" y="712603"/>
                  <a:pt x="567306" y="716507"/>
                </a:cubicBezTo>
                <a:cubicBezTo>
                  <a:pt x="562757" y="719919"/>
                  <a:pt x="558480" y="723729"/>
                  <a:pt x="553658" y="726743"/>
                </a:cubicBezTo>
                <a:cubicBezTo>
                  <a:pt x="549345" y="729439"/>
                  <a:pt x="540010" y="728481"/>
                  <a:pt x="540010" y="733567"/>
                </a:cubicBezTo>
                <a:cubicBezTo>
                  <a:pt x="540010" y="738256"/>
                  <a:pt x="549109" y="735842"/>
                  <a:pt x="553658" y="736979"/>
                </a:cubicBezTo>
                <a:cubicBezTo>
                  <a:pt x="561619" y="734704"/>
                  <a:pt x="569687" y="732773"/>
                  <a:pt x="577542" y="730155"/>
                </a:cubicBezTo>
                <a:cubicBezTo>
                  <a:pt x="616088" y="717306"/>
                  <a:pt x="575541" y="728096"/>
                  <a:pt x="608249" y="719919"/>
                </a:cubicBezTo>
                <a:cubicBezTo>
                  <a:pt x="618312" y="713210"/>
                  <a:pt x="620513" y="712710"/>
                  <a:pt x="628721" y="702860"/>
                </a:cubicBezTo>
                <a:cubicBezTo>
                  <a:pt x="631346" y="699710"/>
                  <a:pt x="632432" y="695293"/>
                  <a:pt x="635545" y="692624"/>
                </a:cubicBezTo>
                <a:cubicBezTo>
                  <a:pt x="664907" y="667455"/>
                  <a:pt x="643417" y="702595"/>
                  <a:pt x="676488" y="658504"/>
                </a:cubicBezTo>
                <a:cubicBezTo>
                  <a:pt x="688882" y="641980"/>
                  <a:pt x="681329" y="646655"/>
                  <a:pt x="696960" y="641445"/>
                </a:cubicBezTo>
                <a:cubicBezTo>
                  <a:pt x="698698" y="639707"/>
                  <a:pt x="710847" y="624505"/>
                  <a:pt x="717431" y="627797"/>
                </a:cubicBezTo>
                <a:cubicBezTo>
                  <a:pt x="720648" y="629405"/>
                  <a:pt x="719810" y="634588"/>
                  <a:pt x="720843" y="638033"/>
                </a:cubicBezTo>
                <a:cubicBezTo>
                  <a:pt x="723222" y="645963"/>
                  <a:pt x="725805" y="653848"/>
                  <a:pt x="727667" y="661916"/>
                </a:cubicBezTo>
                <a:cubicBezTo>
                  <a:pt x="729914" y="671651"/>
                  <a:pt x="729805" y="683251"/>
                  <a:pt x="734491" y="692624"/>
                </a:cubicBezTo>
                <a:cubicBezTo>
                  <a:pt x="736325" y="696292"/>
                  <a:pt x="739481" y="699192"/>
                  <a:pt x="741315" y="702860"/>
                </a:cubicBezTo>
                <a:cubicBezTo>
                  <a:pt x="742923" y="706077"/>
                  <a:pt x="742425" y="710332"/>
                  <a:pt x="744727" y="713095"/>
                </a:cubicBezTo>
                <a:cubicBezTo>
                  <a:pt x="748368" y="717464"/>
                  <a:pt x="753643" y="720177"/>
                  <a:pt x="758375" y="723331"/>
                </a:cubicBezTo>
                <a:cubicBezTo>
                  <a:pt x="779022" y="737096"/>
                  <a:pt x="770814" y="730755"/>
                  <a:pt x="792494" y="740391"/>
                </a:cubicBezTo>
                <a:cubicBezTo>
                  <a:pt x="797142" y="742457"/>
                  <a:pt x="801467" y="745211"/>
                  <a:pt x="806142" y="747215"/>
                </a:cubicBezTo>
                <a:cubicBezTo>
                  <a:pt x="816832" y="751796"/>
                  <a:pt x="824580" y="751994"/>
                  <a:pt x="836849" y="754039"/>
                </a:cubicBezTo>
                <a:cubicBezTo>
                  <a:pt x="841398" y="756314"/>
                  <a:pt x="845822" y="758859"/>
                  <a:pt x="850497" y="760863"/>
                </a:cubicBezTo>
                <a:cubicBezTo>
                  <a:pt x="853803" y="762280"/>
                  <a:pt x="859596" y="767687"/>
                  <a:pt x="860733" y="764275"/>
                </a:cubicBezTo>
                <a:cubicBezTo>
                  <a:pt x="863276" y="756646"/>
                  <a:pt x="861172" y="747451"/>
                  <a:pt x="857321" y="740391"/>
                </a:cubicBezTo>
                <a:cubicBezTo>
                  <a:pt x="853834" y="733998"/>
                  <a:pt x="845410" y="731892"/>
                  <a:pt x="840261" y="726743"/>
                </a:cubicBezTo>
                <a:cubicBezTo>
                  <a:pt x="810332" y="696814"/>
                  <a:pt x="864383" y="739715"/>
                  <a:pt x="819789" y="706272"/>
                </a:cubicBezTo>
                <a:cubicBezTo>
                  <a:pt x="815886" y="694560"/>
                  <a:pt x="816471" y="692717"/>
                  <a:pt x="806142" y="682388"/>
                </a:cubicBezTo>
                <a:cubicBezTo>
                  <a:pt x="803242" y="679488"/>
                  <a:pt x="799243" y="677947"/>
                  <a:pt x="795906" y="675564"/>
                </a:cubicBezTo>
                <a:cubicBezTo>
                  <a:pt x="791279" y="672259"/>
                  <a:pt x="786279" y="669349"/>
                  <a:pt x="782258" y="665328"/>
                </a:cubicBezTo>
                <a:cubicBezTo>
                  <a:pt x="777436" y="660506"/>
                  <a:pt x="771286" y="646796"/>
                  <a:pt x="768610" y="641445"/>
                </a:cubicBezTo>
                <a:cubicBezTo>
                  <a:pt x="767473" y="635758"/>
                  <a:pt x="765198" y="630184"/>
                  <a:pt x="765198" y="624385"/>
                </a:cubicBezTo>
                <a:cubicBezTo>
                  <a:pt x="765198" y="606152"/>
                  <a:pt x="765905" y="587825"/>
                  <a:pt x="768610" y="569794"/>
                </a:cubicBezTo>
                <a:cubicBezTo>
                  <a:pt x="769365" y="564764"/>
                  <a:pt x="773430" y="560821"/>
                  <a:pt x="775434" y="556146"/>
                </a:cubicBezTo>
                <a:cubicBezTo>
                  <a:pt x="776851" y="552840"/>
                  <a:pt x="777583" y="549278"/>
                  <a:pt x="778846" y="545910"/>
                </a:cubicBezTo>
                <a:cubicBezTo>
                  <a:pt x="780996" y="540176"/>
                  <a:pt x="783183" y="534448"/>
                  <a:pt x="785670" y="528851"/>
                </a:cubicBezTo>
                <a:cubicBezTo>
                  <a:pt x="787736" y="524203"/>
                  <a:pt x="788897" y="518800"/>
                  <a:pt x="792494" y="515203"/>
                </a:cubicBezTo>
                <a:cubicBezTo>
                  <a:pt x="795037" y="512660"/>
                  <a:pt x="799318" y="512928"/>
                  <a:pt x="802730" y="511791"/>
                </a:cubicBezTo>
                <a:cubicBezTo>
                  <a:pt x="806142" y="506104"/>
                  <a:pt x="808277" y="499420"/>
                  <a:pt x="812966" y="494731"/>
                </a:cubicBezTo>
                <a:cubicBezTo>
                  <a:pt x="817655" y="490042"/>
                  <a:pt x="824592" y="488298"/>
                  <a:pt x="830025" y="484495"/>
                </a:cubicBezTo>
                <a:cubicBezTo>
                  <a:pt x="835991" y="480319"/>
                  <a:pt x="841936" y="475997"/>
                  <a:pt x="847085" y="470848"/>
                </a:cubicBezTo>
                <a:cubicBezTo>
                  <a:pt x="849985" y="467948"/>
                  <a:pt x="850759" y="463237"/>
                  <a:pt x="853909" y="460612"/>
                </a:cubicBezTo>
                <a:cubicBezTo>
                  <a:pt x="857816" y="457356"/>
                  <a:pt x="863141" y="456312"/>
                  <a:pt x="867557" y="453788"/>
                </a:cubicBezTo>
                <a:cubicBezTo>
                  <a:pt x="885884" y="443315"/>
                  <a:pt x="869022" y="449156"/>
                  <a:pt x="891440" y="443552"/>
                </a:cubicBezTo>
                <a:cubicBezTo>
                  <a:pt x="895989" y="440140"/>
                  <a:pt x="900151" y="436137"/>
                  <a:pt x="905088" y="433316"/>
                </a:cubicBezTo>
                <a:cubicBezTo>
                  <a:pt x="908211" y="431532"/>
                  <a:pt x="911835" y="430776"/>
                  <a:pt x="915324" y="429904"/>
                </a:cubicBezTo>
                <a:cubicBezTo>
                  <a:pt x="943453" y="422871"/>
                  <a:pt x="921524" y="430082"/>
                  <a:pt x="946031" y="423081"/>
                </a:cubicBezTo>
                <a:cubicBezTo>
                  <a:pt x="961215" y="418743"/>
                  <a:pt x="952127" y="419815"/>
                  <a:pt x="969915" y="416257"/>
                </a:cubicBezTo>
                <a:cubicBezTo>
                  <a:pt x="976698" y="414900"/>
                  <a:pt x="983562" y="413982"/>
                  <a:pt x="990386" y="412845"/>
                </a:cubicBezTo>
                <a:cubicBezTo>
                  <a:pt x="999485" y="408296"/>
                  <a:pt x="1007813" y="401664"/>
                  <a:pt x="1017682" y="399197"/>
                </a:cubicBezTo>
                <a:cubicBezTo>
                  <a:pt x="1022231" y="398060"/>
                  <a:pt x="1026939" y="397432"/>
                  <a:pt x="1031330" y="395785"/>
                </a:cubicBezTo>
                <a:cubicBezTo>
                  <a:pt x="1044008" y="391031"/>
                  <a:pt x="1043113" y="387969"/>
                  <a:pt x="1055213" y="385549"/>
                </a:cubicBezTo>
                <a:cubicBezTo>
                  <a:pt x="1068781" y="382835"/>
                  <a:pt x="1082509" y="381000"/>
                  <a:pt x="1096157" y="378725"/>
                </a:cubicBezTo>
                <a:cubicBezTo>
                  <a:pt x="1102981" y="376450"/>
                  <a:pt x="1109915" y="374483"/>
                  <a:pt x="1116628" y="371901"/>
                </a:cubicBezTo>
                <a:cubicBezTo>
                  <a:pt x="1124712" y="368792"/>
                  <a:pt x="1132202" y="364110"/>
                  <a:pt x="1140512" y="361666"/>
                </a:cubicBezTo>
                <a:cubicBezTo>
                  <a:pt x="1203431" y="343161"/>
                  <a:pt x="1150141" y="364879"/>
                  <a:pt x="1195103" y="348018"/>
                </a:cubicBezTo>
                <a:cubicBezTo>
                  <a:pt x="1206572" y="343717"/>
                  <a:pt x="1217339" y="337341"/>
                  <a:pt x="1229222" y="334370"/>
                </a:cubicBezTo>
                <a:lnTo>
                  <a:pt x="1256518" y="327546"/>
                </a:lnTo>
                <a:cubicBezTo>
                  <a:pt x="1263342" y="324134"/>
                  <a:pt x="1270641" y="321542"/>
                  <a:pt x="1276989" y="317310"/>
                </a:cubicBezTo>
                <a:cubicBezTo>
                  <a:pt x="1281004" y="314634"/>
                  <a:pt x="1283007" y="309418"/>
                  <a:pt x="1287225" y="307075"/>
                </a:cubicBezTo>
                <a:cubicBezTo>
                  <a:pt x="1293513" y="303582"/>
                  <a:pt x="1300873" y="302526"/>
                  <a:pt x="1307697" y="300251"/>
                </a:cubicBezTo>
                <a:cubicBezTo>
                  <a:pt x="1314521" y="297976"/>
                  <a:pt x="1321735" y="296644"/>
                  <a:pt x="1328169" y="293427"/>
                </a:cubicBezTo>
                <a:cubicBezTo>
                  <a:pt x="1334892" y="290065"/>
                  <a:pt x="1344162" y="284626"/>
                  <a:pt x="1352052" y="283191"/>
                </a:cubicBezTo>
                <a:cubicBezTo>
                  <a:pt x="1361074" y="281551"/>
                  <a:pt x="1370249" y="280916"/>
                  <a:pt x="1379348" y="279779"/>
                </a:cubicBezTo>
                <a:cubicBezTo>
                  <a:pt x="1383897" y="278642"/>
                  <a:pt x="1388342" y="276949"/>
                  <a:pt x="1392995" y="276367"/>
                </a:cubicBezTo>
                <a:cubicBezTo>
                  <a:pt x="1427846" y="272011"/>
                  <a:pt x="1434715" y="272955"/>
                  <a:pt x="1468058" y="272955"/>
                </a:cubicBezTo>
                <a:lnTo>
                  <a:pt x="1181455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4FC3D588-261C-F42A-B3BD-2331253608C4}"/>
              </a:ext>
            </a:extLst>
          </p:cNvPr>
          <p:cNvSpPr/>
          <p:nvPr/>
        </p:nvSpPr>
        <p:spPr>
          <a:xfrm>
            <a:off x="3104489" y="2397629"/>
            <a:ext cx="1802085" cy="433316"/>
          </a:xfrm>
          <a:custGeom>
            <a:avLst/>
            <a:gdLst>
              <a:gd name="connsiteX0" fmla="*/ 0 w 1802085"/>
              <a:gd name="connsiteY0" fmla="*/ 0 h 433316"/>
              <a:gd name="connsiteX1" fmla="*/ 0 w 1802085"/>
              <a:gd name="connsiteY1" fmla="*/ 0 h 433316"/>
              <a:gd name="connsiteX2" fmla="*/ 20472 w 1802085"/>
              <a:gd name="connsiteY2" fmla="*/ 23884 h 433316"/>
              <a:gd name="connsiteX3" fmla="*/ 37532 w 1802085"/>
              <a:gd name="connsiteY3" fmla="*/ 44355 h 433316"/>
              <a:gd name="connsiteX4" fmla="*/ 68239 w 1802085"/>
              <a:gd name="connsiteY4" fmla="*/ 64827 h 433316"/>
              <a:gd name="connsiteX5" fmla="*/ 95535 w 1802085"/>
              <a:gd name="connsiteY5" fmla="*/ 88710 h 433316"/>
              <a:gd name="connsiteX6" fmla="*/ 105771 w 1802085"/>
              <a:gd name="connsiteY6" fmla="*/ 92122 h 433316"/>
              <a:gd name="connsiteX7" fmla="*/ 122830 w 1802085"/>
              <a:gd name="connsiteY7" fmla="*/ 102358 h 433316"/>
              <a:gd name="connsiteX8" fmla="*/ 143302 w 1802085"/>
              <a:gd name="connsiteY8" fmla="*/ 112594 h 433316"/>
              <a:gd name="connsiteX9" fmla="*/ 170597 w 1802085"/>
              <a:gd name="connsiteY9" fmla="*/ 126242 h 433316"/>
              <a:gd name="connsiteX10" fmla="*/ 180833 w 1802085"/>
              <a:gd name="connsiteY10" fmla="*/ 136478 h 433316"/>
              <a:gd name="connsiteX11" fmla="*/ 211541 w 1802085"/>
              <a:gd name="connsiteY11" fmla="*/ 146713 h 433316"/>
              <a:gd name="connsiteX12" fmla="*/ 232012 w 1802085"/>
              <a:gd name="connsiteY12" fmla="*/ 153537 h 433316"/>
              <a:gd name="connsiteX13" fmla="*/ 242248 w 1802085"/>
              <a:gd name="connsiteY13" fmla="*/ 160361 h 433316"/>
              <a:gd name="connsiteX14" fmla="*/ 269544 w 1802085"/>
              <a:gd name="connsiteY14" fmla="*/ 167185 h 433316"/>
              <a:gd name="connsiteX15" fmla="*/ 351430 w 1802085"/>
              <a:gd name="connsiteY15" fmla="*/ 180833 h 433316"/>
              <a:gd name="connsiteX16" fmla="*/ 382138 w 1802085"/>
              <a:gd name="connsiteY16" fmla="*/ 184245 h 433316"/>
              <a:gd name="connsiteX17" fmla="*/ 426493 w 1802085"/>
              <a:gd name="connsiteY17" fmla="*/ 177421 h 433316"/>
              <a:gd name="connsiteX18" fmla="*/ 436729 w 1802085"/>
              <a:gd name="connsiteY18" fmla="*/ 170597 h 433316"/>
              <a:gd name="connsiteX19" fmla="*/ 464024 w 1802085"/>
              <a:gd name="connsiteY19" fmla="*/ 163773 h 433316"/>
              <a:gd name="connsiteX20" fmla="*/ 477672 w 1802085"/>
              <a:gd name="connsiteY20" fmla="*/ 156949 h 433316"/>
              <a:gd name="connsiteX21" fmla="*/ 501556 w 1802085"/>
              <a:gd name="connsiteY21" fmla="*/ 150125 h 433316"/>
              <a:gd name="connsiteX22" fmla="*/ 515203 w 1802085"/>
              <a:gd name="connsiteY22" fmla="*/ 143301 h 433316"/>
              <a:gd name="connsiteX23" fmla="*/ 539087 w 1802085"/>
              <a:gd name="connsiteY23" fmla="*/ 139890 h 433316"/>
              <a:gd name="connsiteX24" fmla="*/ 610738 w 1802085"/>
              <a:gd name="connsiteY24" fmla="*/ 133066 h 433316"/>
              <a:gd name="connsiteX25" fmla="*/ 829102 w 1802085"/>
              <a:gd name="connsiteY25" fmla="*/ 122830 h 433316"/>
              <a:gd name="connsiteX26" fmla="*/ 1105469 w 1802085"/>
              <a:gd name="connsiteY26" fmla="*/ 112594 h 433316"/>
              <a:gd name="connsiteX27" fmla="*/ 1132765 w 1802085"/>
              <a:gd name="connsiteY27" fmla="*/ 109182 h 433316"/>
              <a:gd name="connsiteX28" fmla="*/ 1153236 w 1802085"/>
              <a:gd name="connsiteY28" fmla="*/ 105770 h 433316"/>
              <a:gd name="connsiteX29" fmla="*/ 1641144 w 1802085"/>
              <a:gd name="connsiteY29" fmla="*/ 109182 h 433316"/>
              <a:gd name="connsiteX30" fmla="*/ 1774209 w 1802085"/>
              <a:gd name="connsiteY30" fmla="*/ 112594 h 433316"/>
              <a:gd name="connsiteX31" fmla="*/ 1801505 w 1802085"/>
              <a:gd name="connsiteY31" fmla="*/ 116006 h 433316"/>
              <a:gd name="connsiteX32" fmla="*/ 1781033 w 1802085"/>
              <a:gd name="connsiteY32" fmla="*/ 122830 h 433316"/>
              <a:gd name="connsiteX33" fmla="*/ 1750326 w 1802085"/>
              <a:gd name="connsiteY33" fmla="*/ 129654 h 433316"/>
              <a:gd name="connsiteX34" fmla="*/ 1736678 w 1802085"/>
              <a:gd name="connsiteY34" fmla="*/ 133066 h 433316"/>
              <a:gd name="connsiteX35" fmla="*/ 1719618 w 1802085"/>
              <a:gd name="connsiteY35" fmla="*/ 136478 h 433316"/>
              <a:gd name="connsiteX36" fmla="*/ 1705971 w 1802085"/>
              <a:gd name="connsiteY36" fmla="*/ 139890 h 433316"/>
              <a:gd name="connsiteX37" fmla="*/ 1647968 w 1802085"/>
              <a:gd name="connsiteY37" fmla="*/ 143301 h 433316"/>
              <a:gd name="connsiteX38" fmla="*/ 1600200 w 1802085"/>
              <a:gd name="connsiteY38" fmla="*/ 146713 h 433316"/>
              <a:gd name="connsiteX39" fmla="*/ 1412544 w 1802085"/>
              <a:gd name="connsiteY39" fmla="*/ 143301 h 433316"/>
              <a:gd name="connsiteX40" fmla="*/ 1310186 w 1802085"/>
              <a:gd name="connsiteY40" fmla="*/ 146713 h 433316"/>
              <a:gd name="connsiteX41" fmla="*/ 1173708 w 1802085"/>
              <a:gd name="connsiteY41" fmla="*/ 150125 h 433316"/>
              <a:gd name="connsiteX42" fmla="*/ 1088409 w 1802085"/>
              <a:gd name="connsiteY42" fmla="*/ 156949 h 433316"/>
              <a:gd name="connsiteX43" fmla="*/ 1071350 w 1802085"/>
              <a:gd name="connsiteY43" fmla="*/ 160361 h 433316"/>
              <a:gd name="connsiteX44" fmla="*/ 1040642 w 1802085"/>
              <a:gd name="connsiteY44" fmla="*/ 163773 h 433316"/>
              <a:gd name="connsiteX45" fmla="*/ 992875 w 1802085"/>
              <a:gd name="connsiteY45" fmla="*/ 170597 h 433316"/>
              <a:gd name="connsiteX46" fmla="*/ 897341 w 1802085"/>
              <a:gd name="connsiteY46" fmla="*/ 167185 h 433316"/>
              <a:gd name="connsiteX47" fmla="*/ 692624 w 1802085"/>
              <a:gd name="connsiteY47" fmla="*/ 177421 h 433316"/>
              <a:gd name="connsiteX48" fmla="*/ 682389 w 1802085"/>
              <a:gd name="connsiteY48" fmla="*/ 180833 h 433316"/>
              <a:gd name="connsiteX49" fmla="*/ 620974 w 1802085"/>
              <a:gd name="connsiteY49" fmla="*/ 187657 h 433316"/>
              <a:gd name="connsiteX50" fmla="*/ 593678 w 1802085"/>
              <a:gd name="connsiteY50" fmla="*/ 197893 h 433316"/>
              <a:gd name="connsiteX51" fmla="*/ 576618 w 1802085"/>
              <a:gd name="connsiteY51" fmla="*/ 201304 h 433316"/>
              <a:gd name="connsiteX52" fmla="*/ 562971 w 1802085"/>
              <a:gd name="connsiteY52" fmla="*/ 204716 h 433316"/>
              <a:gd name="connsiteX53" fmla="*/ 552735 w 1802085"/>
              <a:gd name="connsiteY53" fmla="*/ 208128 h 433316"/>
              <a:gd name="connsiteX54" fmla="*/ 481084 w 1802085"/>
              <a:gd name="connsiteY54" fmla="*/ 221776 h 433316"/>
              <a:gd name="connsiteX55" fmla="*/ 467436 w 1802085"/>
              <a:gd name="connsiteY55" fmla="*/ 225188 h 433316"/>
              <a:gd name="connsiteX56" fmla="*/ 446965 w 1802085"/>
              <a:gd name="connsiteY56" fmla="*/ 232012 h 433316"/>
              <a:gd name="connsiteX57" fmla="*/ 423081 w 1802085"/>
              <a:gd name="connsiteY57" fmla="*/ 238836 h 433316"/>
              <a:gd name="connsiteX58" fmla="*/ 402609 w 1802085"/>
              <a:gd name="connsiteY58" fmla="*/ 249072 h 433316"/>
              <a:gd name="connsiteX59" fmla="*/ 392374 w 1802085"/>
              <a:gd name="connsiteY59" fmla="*/ 252484 h 433316"/>
              <a:gd name="connsiteX60" fmla="*/ 375314 w 1802085"/>
              <a:gd name="connsiteY60" fmla="*/ 259307 h 433316"/>
              <a:gd name="connsiteX61" fmla="*/ 361666 w 1802085"/>
              <a:gd name="connsiteY61" fmla="*/ 262719 h 433316"/>
              <a:gd name="connsiteX62" fmla="*/ 341195 w 1802085"/>
              <a:gd name="connsiteY62" fmla="*/ 269543 h 433316"/>
              <a:gd name="connsiteX63" fmla="*/ 317311 w 1802085"/>
              <a:gd name="connsiteY63" fmla="*/ 276367 h 433316"/>
              <a:gd name="connsiteX64" fmla="*/ 296839 w 1802085"/>
              <a:gd name="connsiteY64" fmla="*/ 283191 h 433316"/>
              <a:gd name="connsiteX65" fmla="*/ 286603 w 1802085"/>
              <a:gd name="connsiteY65" fmla="*/ 286603 h 433316"/>
              <a:gd name="connsiteX66" fmla="*/ 252484 w 1802085"/>
              <a:gd name="connsiteY66" fmla="*/ 303663 h 433316"/>
              <a:gd name="connsiteX67" fmla="*/ 242248 w 1802085"/>
              <a:gd name="connsiteY67" fmla="*/ 313898 h 433316"/>
              <a:gd name="connsiteX68" fmla="*/ 228600 w 1802085"/>
              <a:gd name="connsiteY68" fmla="*/ 320722 h 433316"/>
              <a:gd name="connsiteX69" fmla="*/ 211541 w 1802085"/>
              <a:gd name="connsiteY69" fmla="*/ 330958 h 433316"/>
              <a:gd name="connsiteX70" fmla="*/ 197893 w 1802085"/>
              <a:gd name="connsiteY70" fmla="*/ 337782 h 433316"/>
              <a:gd name="connsiteX71" fmla="*/ 187657 w 1802085"/>
              <a:gd name="connsiteY71" fmla="*/ 344606 h 433316"/>
              <a:gd name="connsiteX72" fmla="*/ 160362 w 1802085"/>
              <a:gd name="connsiteY72" fmla="*/ 358254 h 433316"/>
              <a:gd name="connsiteX73" fmla="*/ 146714 w 1802085"/>
              <a:gd name="connsiteY73" fmla="*/ 371901 h 433316"/>
              <a:gd name="connsiteX74" fmla="*/ 126242 w 1802085"/>
              <a:gd name="connsiteY74" fmla="*/ 378725 h 433316"/>
              <a:gd name="connsiteX75" fmla="*/ 102359 w 1802085"/>
              <a:gd name="connsiteY75" fmla="*/ 395785 h 433316"/>
              <a:gd name="connsiteX76" fmla="*/ 92123 w 1802085"/>
              <a:gd name="connsiteY76" fmla="*/ 402609 h 433316"/>
              <a:gd name="connsiteX77" fmla="*/ 81887 w 1802085"/>
              <a:gd name="connsiteY77" fmla="*/ 412845 h 433316"/>
              <a:gd name="connsiteX78" fmla="*/ 61415 w 1802085"/>
              <a:gd name="connsiteY78" fmla="*/ 429904 h 433316"/>
              <a:gd name="connsiteX79" fmla="*/ 61415 w 1802085"/>
              <a:gd name="connsiteY79" fmla="*/ 433316 h 433316"/>
              <a:gd name="connsiteX80" fmla="*/ 0 w 1802085"/>
              <a:gd name="connsiteY80" fmla="*/ 0 h 4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802085" h="433316">
                <a:moveTo>
                  <a:pt x="0" y="0"/>
                </a:moveTo>
                <a:lnTo>
                  <a:pt x="0" y="0"/>
                </a:lnTo>
                <a:cubicBezTo>
                  <a:pt x="6824" y="7961"/>
                  <a:pt x="13922" y="15696"/>
                  <a:pt x="20472" y="23884"/>
                </a:cubicBezTo>
                <a:cubicBezTo>
                  <a:pt x="29140" y="34719"/>
                  <a:pt x="25376" y="35238"/>
                  <a:pt x="37532" y="44355"/>
                </a:cubicBezTo>
                <a:cubicBezTo>
                  <a:pt x="47373" y="51736"/>
                  <a:pt x="59540" y="56128"/>
                  <a:pt x="68239" y="64827"/>
                </a:cubicBezTo>
                <a:cubicBezTo>
                  <a:pt x="77136" y="73724"/>
                  <a:pt x="84248" y="83067"/>
                  <a:pt x="95535" y="88710"/>
                </a:cubicBezTo>
                <a:cubicBezTo>
                  <a:pt x="98752" y="90318"/>
                  <a:pt x="102554" y="90514"/>
                  <a:pt x="105771" y="92122"/>
                </a:cubicBezTo>
                <a:cubicBezTo>
                  <a:pt x="111702" y="95088"/>
                  <a:pt x="117008" y="99182"/>
                  <a:pt x="122830" y="102358"/>
                </a:cubicBezTo>
                <a:cubicBezTo>
                  <a:pt x="129528" y="106011"/>
                  <a:pt x="136604" y="108941"/>
                  <a:pt x="143302" y="112594"/>
                </a:cubicBezTo>
                <a:cubicBezTo>
                  <a:pt x="168626" y="126407"/>
                  <a:pt x="151261" y="119796"/>
                  <a:pt x="170597" y="126242"/>
                </a:cubicBezTo>
                <a:cubicBezTo>
                  <a:pt x="174009" y="129654"/>
                  <a:pt x="176741" y="133921"/>
                  <a:pt x="180833" y="136478"/>
                </a:cubicBezTo>
                <a:cubicBezTo>
                  <a:pt x="191356" y="143054"/>
                  <a:pt x="200290" y="143338"/>
                  <a:pt x="211541" y="146713"/>
                </a:cubicBezTo>
                <a:cubicBezTo>
                  <a:pt x="218430" y="148780"/>
                  <a:pt x="225439" y="150616"/>
                  <a:pt x="232012" y="153537"/>
                </a:cubicBezTo>
                <a:cubicBezTo>
                  <a:pt x="235759" y="155203"/>
                  <a:pt x="238580" y="158527"/>
                  <a:pt x="242248" y="160361"/>
                </a:cubicBezTo>
                <a:cubicBezTo>
                  <a:pt x="249243" y="163858"/>
                  <a:pt x="263055" y="165887"/>
                  <a:pt x="269544" y="167185"/>
                </a:cubicBezTo>
                <a:cubicBezTo>
                  <a:pt x="304104" y="184465"/>
                  <a:pt x="276037" y="172456"/>
                  <a:pt x="351430" y="180833"/>
                </a:cubicBezTo>
                <a:lnTo>
                  <a:pt x="382138" y="184245"/>
                </a:lnTo>
                <a:cubicBezTo>
                  <a:pt x="396923" y="181970"/>
                  <a:pt x="411981" y="181049"/>
                  <a:pt x="426493" y="177421"/>
                </a:cubicBezTo>
                <a:cubicBezTo>
                  <a:pt x="430471" y="176426"/>
                  <a:pt x="432875" y="171998"/>
                  <a:pt x="436729" y="170597"/>
                </a:cubicBezTo>
                <a:cubicBezTo>
                  <a:pt x="445543" y="167392"/>
                  <a:pt x="455636" y="167967"/>
                  <a:pt x="464024" y="163773"/>
                </a:cubicBezTo>
                <a:cubicBezTo>
                  <a:pt x="468573" y="161498"/>
                  <a:pt x="472997" y="158953"/>
                  <a:pt x="477672" y="156949"/>
                </a:cubicBezTo>
                <a:cubicBezTo>
                  <a:pt x="484525" y="154012"/>
                  <a:pt x="494630" y="151856"/>
                  <a:pt x="501556" y="150125"/>
                </a:cubicBezTo>
                <a:cubicBezTo>
                  <a:pt x="506105" y="147850"/>
                  <a:pt x="510296" y="144639"/>
                  <a:pt x="515203" y="143301"/>
                </a:cubicBezTo>
                <a:cubicBezTo>
                  <a:pt x="522962" y="141185"/>
                  <a:pt x="531115" y="140953"/>
                  <a:pt x="539087" y="139890"/>
                </a:cubicBezTo>
                <a:cubicBezTo>
                  <a:pt x="574903" y="135115"/>
                  <a:pt x="567257" y="136411"/>
                  <a:pt x="610738" y="133066"/>
                </a:cubicBezTo>
                <a:cubicBezTo>
                  <a:pt x="691199" y="112951"/>
                  <a:pt x="611323" y="131904"/>
                  <a:pt x="829102" y="122830"/>
                </a:cubicBezTo>
                <a:lnTo>
                  <a:pt x="1105469" y="112594"/>
                </a:lnTo>
                <a:lnTo>
                  <a:pt x="1132765" y="109182"/>
                </a:lnTo>
                <a:cubicBezTo>
                  <a:pt x="1139613" y="108204"/>
                  <a:pt x="1146318" y="105770"/>
                  <a:pt x="1153236" y="105770"/>
                </a:cubicBezTo>
                <a:lnTo>
                  <a:pt x="1641144" y="109182"/>
                </a:lnTo>
                <a:lnTo>
                  <a:pt x="1774209" y="112594"/>
                </a:lnTo>
                <a:cubicBezTo>
                  <a:pt x="1783370" y="112984"/>
                  <a:pt x="1796419" y="108377"/>
                  <a:pt x="1801505" y="116006"/>
                </a:cubicBezTo>
                <a:cubicBezTo>
                  <a:pt x="1805495" y="121991"/>
                  <a:pt x="1787857" y="120555"/>
                  <a:pt x="1781033" y="122830"/>
                </a:cubicBezTo>
                <a:cubicBezTo>
                  <a:pt x="1761112" y="129470"/>
                  <a:pt x="1780349" y="123649"/>
                  <a:pt x="1750326" y="129654"/>
                </a:cubicBezTo>
                <a:cubicBezTo>
                  <a:pt x="1745728" y="130574"/>
                  <a:pt x="1741256" y="132049"/>
                  <a:pt x="1736678" y="133066"/>
                </a:cubicBezTo>
                <a:cubicBezTo>
                  <a:pt x="1731017" y="134324"/>
                  <a:pt x="1725279" y="135220"/>
                  <a:pt x="1719618" y="136478"/>
                </a:cubicBezTo>
                <a:cubicBezTo>
                  <a:pt x="1715041" y="137495"/>
                  <a:pt x="1710639" y="139445"/>
                  <a:pt x="1705971" y="139890"/>
                </a:cubicBezTo>
                <a:cubicBezTo>
                  <a:pt x="1686690" y="141726"/>
                  <a:pt x="1667296" y="142054"/>
                  <a:pt x="1647968" y="143301"/>
                </a:cubicBezTo>
                <a:lnTo>
                  <a:pt x="1600200" y="146713"/>
                </a:lnTo>
                <a:lnTo>
                  <a:pt x="1412544" y="143301"/>
                </a:lnTo>
                <a:cubicBezTo>
                  <a:pt x="1378406" y="143301"/>
                  <a:pt x="1344310" y="145738"/>
                  <a:pt x="1310186" y="146713"/>
                </a:cubicBezTo>
                <a:lnTo>
                  <a:pt x="1173708" y="150125"/>
                </a:lnTo>
                <a:cubicBezTo>
                  <a:pt x="1097266" y="159680"/>
                  <a:pt x="1218779" y="145097"/>
                  <a:pt x="1088409" y="156949"/>
                </a:cubicBezTo>
                <a:cubicBezTo>
                  <a:pt x="1082634" y="157474"/>
                  <a:pt x="1077091" y="159541"/>
                  <a:pt x="1071350" y="160361"/>
                </a:cubicBezTo>
                <a:cubicBezTo>
                  <a:pt x="1061155" y="161818"/>
                  <a:pt x="1050870" y="162570"/>
                  <a:pt x="1040642" y="163773"/>
                </a:cubicBezTo>
                <a:cubicBezTo>
                  <a:pt x="1011608" y="167189"/>
                  <a:pt x="1018524" y="166322"/>
                  <a:pt x="992875" y="170597"/>
                </a:cubicBezTo>
                <a:cubicBezTo>
                  <a:pt x="961030" y="169460"/>
                  <a:pt x="929203" y="166787"/>
                  <a:pt x="897341" y="167185"/>
                </a:cubicBezTo>
                <a:cubicBezTo>
                  <a:pt x="753816" y="168979"/>
                  <a:pt x="771976" y="167502"/>
                  <a:pt x="692624" y="177421"/>
                </a:cubicBezTo>
                <a:cubicBezTo>
                  <a:pt x="689212" y="178558"/>
                  <a:pt x="685949" y="180324"/>
                  <a:pt x="682389" y="180833"/>
                </a:cubicBezTo>
                <a:cubicBezTo>
                  <a:pt x="632857" y="187909"/>
                  <a:pt x="659848" y="180589"/>
                  <a:pt x="620974" y="187657"/>
                </a:cubicBezTo>
                <a:cubicBezTo>
                  <a:pt x="592652" y="192807"/>
                  <a:pt x="622084" y="188425"/>
                  <a:pt x="593678" y="197893"/>
                </a:cubicBezTo>
                <a:cubicBezTo>
                  <a:pt x="588176" y="199727"/>
                  <a:pt x="582279" y="200046"/>
                  <a:pt x="576618" y="201304"/>
                </a:cubicBezTo>
                <a:cubicBezTo>
                  <a:pt x="572041" y="202321"/>
                  <a:pt x="567480" y="203428"/>
                  <a:pt x="562971" y="204716"/>
                </a:cubicBezTo>
                <a:cubicBezTo>
                  <a:pt x="559513" y="205704"/>
                  <a:pt x="556256" y="207394"/>
                  <a:pt x="552735" y="208128"/>
                </a:cubicBezTo>
                <a:cubicBezTo>
                  <a:pt x="528933" y="213087"/>
                  <a:pt x="504671" y="215879"/>
                  <a:pt x="481084" y="221776"/>
                </a:cubicBezTo>
                <a:cubicBezTo>
                  <a:pt x="476535" y="222913"/>
                  <a:pt x="471928" y="223840"/>
                  <a:pt x="467436" y="225188"/>
                </a:cubicBezTo>
                <a:cubicBezTo>
                  <a:pt x="460547" y="227255"/>
                  <a:pt x="453840" y="229897"/>
                  <a:pt x="446965" y="232012"/>
                </a:cubicBezTo>
                <a:cubicBezTo>
                  <a:pt x="439051" y="234447"/>
                  <a:pt x="430809" y="235864"/>
                  <a:pt x="423081" y="238836"/>
                </a:cubicBezTo>
                <a:cubicBezTo>
                  <a:pt x="415960" y="241575"/>
                  <a:pt x="409581" y="245973"/>
                  <a:pt x="402609" y="249072"/>
                </a:cubicBezTo>
                <a:cubicBezTo>
                  <a:pt x="399323" y="250533"/>
                  <a:pt x="395741" y="251221"/>
                  <a:pt x="392374" y="252484"/>
                </a:cubicBezTo>
                <a:cubicBezTo>
                  <a:pt x="386639" y="254634"/>
                  <a:pt x="381124" y="257370"/>
                  <a:pt x="375314" y="259307"/>
                </a:cubicBezTo>
                <a:cubicBezTo>
                  <a:pt x="370865" y="260790"/>
                  <a:pt x="366158" y="261371"/>
                  <a:pt x="361666" y="262719"/>
                </a:cubicBezTo>
                <a:cubicBezTo>
                  <a:pt x="354777" y="264786"/>
                  <a:pt x="348070" y="267428"/>
                  <a:pt x="341195" y="269543"/>
                </a:cubicBezTo>
                <a:cubicBezTo>
                  <a:pt x="333281" y="271978"/>
                  <a:pt x="325225" y="273932"/>
                  <a:pt x="317311" y="276367"/>
                </a:cubicBezTo>
                <a:cubicBezTo>
                  <a:pt x="310436" y="278482"/>
                  <a:pt x="303663" y="280916"/>
                  <a:pt x="296839" y="283191"/>
                </a:cubicBezTo>
                <a:cubicBezTo>
                  <a:pt x="293427" y="284328"/>
                  <a:pt x="289820" y="284995"/>
                  <a:pt x="286603" y="286603"/>
                </a:cubicBezTo>
                <a:cubicBezTo>
                  <a:pt x="275230" y="292290"/>
                  <a:pt x="261476" y="294672"/>
                  <a:pt x="252484" y="303663"/>
                </a:cubicBezTo>
                <a:cubicBezTo>
                  <a:pt x="249072" y="307075"/>
                  <a:pt x="246174" y="311094"/>
                  <a:pt x="242248" y="313898"/>
                </a:cubicBezTo>
                <a:cubicBezTo>
                  <a:pt x="238109" y="316854"/>
                  <a:pt x="233046" y="318252"/>
                  <a:pt x="228600" y="320722"/>
                </a:cubicBezTo>
                <a:cubicBezTo>
                  <a:pt x="222803" y="323943"/>
                  <a:pt x="217338" y="327737"/>
                  <a:pt x="211541" y="330958"/>
                </a:cubicBezTo>
                <a:cubicBezTo>
                  <a:pt x="207095" y="333428"/>
                  <a:pt x="202309" y="335258"/>
                  <a:pt x="197893" y="337782"/>
                </a:cubicBezTo>
                <a:cubicBezTo>
                  <a:pt x="194333" y="339817"/>
                  <a:pt x="191325" y="342772"/>
                  <a:pt x="187657" y="344606"/>
                </a:cubicBezTo>
                <a:cubicBezTo>
                  <a:pt x="168204" y="354333"/>
                  <a:pt x="185901" y="338391"/>
                  <a:pt x="160362" y="358254"/>
                </a:cubicBezTo>
                <a:cubicBezTo>
                  <a:pt x="155284" y="362204"/>
                  <a:pt x="152231" y="368591"/>
                  <a:pt x="146714" y="371901"/>
                </a:cubicBezTo>
                <a:cubicBezTo>
                  <a:pt x="140546" y="375602"/>
                  <a:pt x="132227" y="374735"/>
                  <a:pt x="126242" y="378725"/>
                </a:cubicBezTo>
                <a:cubicBezTo>
                  <a:pt x="102119" y="394807"/>
                  <a:pt x="131983" y="374624"/>
                  <a:pt x="102359" y="395785"/>
                </a:cubicBezTo>
                <a:cubicBezTo>
                  <a:pt x="99022" y="398169"/>
                  <a:pt x="95273" y="399984"/>
                  <a:pt x="92123" y="402609"/>
                </a:cubicBezTo>
                <a:cubicBezTo>
                  <a:pt x="88416" y="405698"/>
                  <a:pt x="85594" y="409756"/>
                  <a:pt x="81887" y="412845"/>
                </a:cubicBezTo>
                <a:cubicBezTo>
                  <a:pt x="70329" y="422477"/>
                  <a:pt x="71382" y="416615"/>
                  <a:pt x="61415" y="429904"/>
                </a:cubicBezTo>
                <a:cubicBezTo>
                  <a:pt x="60733" y="430814"/>
                  <a:pt x="61415" y="432179"/>
                  <a:pt x="61415" y="4333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9C698E-E843-D196-9FD3-226D2D17942D}"/>
              </a:ext>
            </a:extLst>
          </p:cNvPr>
          <p:cNvSpPr txBox="1"/>
          <p:nvPr/>
        </p:nvSpPr>
        <p:spPr>
          <a:xfrm>
            <a:off x="2172958" y="779018"/>
            <a:ext cx="166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Nervenzelle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B7DAA4-4392-C447-C593-27166F79627F}"/>
              </a:ext>
            </a:extLst>
          </p:cNvPr>
          <p:cNvSpPr txBox="1"/>
          <p:nvPr/>
        </p:nvSpPr>
        <p:spPr>
          <a:xfrm>
            <a:off x="8079896" y="779016"/>
            <a:ext cx="1556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Perzeptron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06142C-4776-7891-458A-075A75E28BE0}"/>
              </a:ext>
            </a:extLst>
          </p:cNvPr>
          <p:cNvSpPr/>
          <p:nvPr/>
        </p:nvSpPr>
        <p:spPr>
          <a:xfrm>
            <a:off x="8429625" y="2068347"/>
            <a:ext cx="857250" cy="857250"/>
          </a:xfrm>
          <a:prstGeom prst="ellipse">
            <a:avLst/>
          </a:prstGeom>
          <a:ln w="57150"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/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0C0F7BB-7018-6A04-EE7B-FDE12FC7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1757768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/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D912930-909F-B07E-EBA3-C8DC820D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2998113"/>
                <a:ext cx="4361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67D5E5-3084-AE27-FBF7-3AB3BA187D1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061595" y="2661431"/>
            <a:ext cx="1376301" cy="5521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2BB4F4-6A9C-9542-359B-1769B654772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53324" y="1973212"/>
            <a:ext cx="1376301" cy="36041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8497D9-0FFF-ECD6-2E42-99BB8768E85F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8858250" y="2925597"/>
            <a:ext cx="15791" cy="71884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/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EA11414-DB2D-4BB9-34A6-B63A7DB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22" y="3644444"/>
                <a:ext cx="2942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B554E4C-EA6A-2971-C6F6-EA00A0404B3B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9286875" y="2496972"/>
            <a:ext cx="136803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970E0EA5-1096-CAA5-A98C-644879BD72A6}"/>
              </a:ext>
            </a:extLst>
          </p:cNvPr>
          <p:cNvSpPr txBox="1"/>
          <p:nvPr/>
        </p:nvSpPr>
        <p:spPr>
          <a:xfrm>
            <a:off x="10796418" y="231230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 /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/>
              <p:nvPr/>
            </p:nvSpPr>
            <p:spPr>
              <a:xfrm>
                <a:off x="6625450" y="4772410"/>
                <a:ext cx="27510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de-DE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de-D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de-DE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65B5FA0-3E26-9D65-A80A-764AC26F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450" y="4772410"/>
                <a:ext cx="2751010" cy="369332"/>
              </a:xfrm>
              <a:prstGeom prst="rect">
                <a:avLst/>
              </a:prstGeom>
              <a:blipFill>
                <a:blip r:embed="rId5"/>
                <a:stretch>
                  <a:fillRect l="-2882" t="-26667" r="-2439" b="-5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10FE42-141E-0EDA-079E-01CF2F2A6740}"/>
                  </a:ext>
                </a:extLst>
              </p:cNvPr>
              <p:cNvSpPr txBox="1"/>
              <p:nvPr/>
            </p:nvSpPr>
            <p:spPr>
              <a:xfrm rot="960814">
                <a:off x="7617382" y="1739593"/>
                <a:ext cx="4932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10FE42-141E-0EDA-079E-01CF2F2A6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60814">
                <a:off x="7617382" y="1739593"/>
                <a:ext cx="4932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DD666F2A-1D98-234D-EDC5-54648B842743}"/>
                  </a:ext>
                </a:extLst>
              </p:cNvPr>
              <p:cNvSpPr txBox="1"/>
              <p:nvPr/>
            </p:nvSpPr>
            <p:spPr>
              <a:xfrm rot="20295690">
                <a:off x="7384153" y="2529708"/>
                <a:ext cx="5014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DD666F2A-1D98-234D-EDC5-54648B84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295690">
                <a:off x="7384153" y="2529708"/>
                <a:ext cx="50148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BA9F157B-A670-F62D-4C7D-1F0C062FEABA}"/>
              </a:ext>
            </a:extLst>
          </p:cNvPr>
          <p:cNvSpPr txBox="1"/>
          <p:nvPr/>
        </p:nvSpPr>
        <p:spPr>
          <a:xfrm>
            <a:off x="6479535" y="4253617"/>
            <a:ext cx="376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Das Perzeptron feuert wenn: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B4039A6-56F3-0A92-193C-968F04E324B9}"/>
              </a:ext>
            </a:extLst>
          </p:cNvPr>
          <p:cNvSpPr txBox="1"/>
          <p:nvPr/>
        </p:nvSpPr>
        <p:spPr>
          <a:xfrm>
            <a:off x="334126" y="2343483"/>
            <a:ext cx="131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Eingänge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54ADEB4-21A0-0753-A75B-7612131A55E6}"/>
              </a:ext>
            </a:extLst>
          </p:cNvPr>
          <p:cNvSpPr txBox="1"/>
          <p:nvPr/>
        </p:nvSpPr>
        <p:spPr>
          <a:xfrm>
            <a:off x="3974218" y="2547276"/>
            <a:ext cx="123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Ausgang</a:t>
            </a:r>
          </a:p>
        </p:txBody>
      </p:sp>
    </p:spTree>
    <p:extLst>
      <p:ext uri="{BB962C8B-B14F-4D97-AF65-F5344CB8AC3E}">
        <p14:creationId xmlns:p14="http://schemas.microsoft.com/office/powerpoint/2010/main" val="105722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Breitbild</PresentationFormat>
  <Paragraphs>128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 Graessl</dc:creator>
  <cp:lastModifiedBy>Christoph Graessl</cp:lastModifiedBy>
  <cp:revision>6</cp:revision>
  <dcterms:created xsi:type="dcterms:W3CDTF">2022-11-10T13:20:15Z</dcterms:created>
  <dcterms:modified xsi:type="dcterms:W3CDTF">2023-03-01T13:09:25Z</dcterms:modified>
</cp:coreProperties>
</file>